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FEFFFF"/>
        </a:solidFill>
        <a:effectLst/>
        <a:uFillTx/>
        <a:latin typeface="SF Pro Text Light"/>
        <a:ea typeface="SF Pro Text Light"/>
        <a:cs typeface="SF Pro Text Light"/>
        <a:sym typeface="SF Pro Text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D5FF"/>
          </a:solidFill>
        </a:fill>
      </a:tcStyle>
    </a:wholeTbl>
    <a:band2H>
      <a:tcTxStyle b="def" i="def"/>
      <a:tcStyle>
        <a:tcBdr/>
        <a:fill>
          <a:solidFill>
            <a:srgbClr val="E6EBFF"/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FCCD8"/>
          </a:solidFill>
        </a:fill>
      </a:tcStyle>
    </a:wholeTbl>
    <a:band2H>
      <a:tcTxStyle b="def" i="def"/>
      <a:tcStyle>
        <a:tcBdr/>
        <a:fill>
          <a:solidFill>
            <a:srgbClr val="FFE7ED"/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BFBFB"/>
          </a:solidFill>
        </a:fill>
      </a:tcStyle>
    </a:wholeTbl>
    <a:band2H>
      <a:tcTxStyle b="def" i="def"/>
      <a:tcStyle>
        <a:tcBdr/>
        <a:fill>
          <a:solidFill>
            <a:srgbClr val="FDFDFD"/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lumOff val="3921"/>
            </a:schemeClr>
          </a:solidFill>
        </a:fill>
      </a:tcStyle>
    </a:wholeTbl>
    <a:band2H>
      <a:tcTxStyle b="def" i="def"/>
      <a:tcStyle>
        <a:tcBdr/>
        <a:fill>
          <a:solidFill>
            <a:srgbClr val="000000"/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F"/>
              </a:solidFill>
              <a:prstDash val="solid"/>
              <a:round/>
            </a:ln>
          </a:top>
          <a:bottom>
            <a:ln w="254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F"/>
              </a:solidFill>
              <a:prstDash val="solid"/>
              <a:round/>
            </a:ln>
          </a:top>
          <a:bottom>
            <a:ln w="254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>
              <a:lumOff val="3921"/>
            </a:schemeClr>
          </a:solidFill>
        </a:fill>
      </a:tcStyle>
    </a:wholeTbl>
    <a:band2H>
      <a:tcTxStyle b="def" i="def"/>
      <a:tcStyle>
        <a:tcBdr/>
        <a:fill>
          <a:solidFill>
            <a:schemeClr val="accent6">
              <a:lumOff val="3921"/>
            </a:schemeClr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EFFFF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EFFFF"/>
          </a:solidFill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EFFF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FEFFFF"/>
              </a:solidFill>
              <a:prstDash val="solid"/>
              <a:round/>
            </a:ln>
          </a:left>
          <a:right>
            <a:ln w="12700" cap="flat">
              <a:solidFill>
                <a:srgbClr val="FEFFFF"/>
              </a:solidFill>
              <a:prstDash val="solid"/>
              <a:round/>
            </a:ln>
          </a:right>
          <a:top>
            <a:ln w="12700" cap="flat">
              <a:solidFill>
                <a:srgbClr val="FEFFFF"/>
              </a:solidFill>
              <a:prstDash val="solid"/>
              <a:round/>
            </a:ln>
          </a:top>
          <a:bottom>
            <a:ln w="127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solidFill>
                <a:srgbClr val="FEFFFF"/>
              </a:solidFill>
              <a:prstDash val="solid"/>
              <a:round/>
            </a:ln>
          </a:insideH>
          <a:insideV>
            <a:ln w="12700" cap="flat">
              <a:solidFill>
                <a:srgbClr val="FEFFFF"/>
              </a:solidFill>
              <a:prstDash val="solid"/>
              <a:round/>
            </a:ln>
          </a:insideV>
        </a:tcBdr>
        <a:fill>
          <a:solidFill>
            <a:srgbClr val="FE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6">
              <a:lumOff val="3921"/>
            </a:schemeClr>
          </a:solidFill>
        </a:fill>
      </a:tcStyle>
    </a:band2H>
    <a:firstCol>
      <a:tcTxStyle b="on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FEFFFF"/>
              </a:solidFill>
              <a:prstDash val="solid"/>
              <a:round/>
            </a:ln>
          </a:left>
          <a:right>
            <a:ln w="12700" cap="flat">
              <a:solidFill>
                <a:srgbClr val="FEFFFF"/>
              </a:solidFill>
              <a:prstDash val="solid"/>
              <a:round/>
            </a:ln>
          </a:right>
          <a:top>
            <a:ln w="12700" cap="flat">
              <a:solidFill>
                <a:srgbClr val="FEFFFF"/>
              </a:solidFill>
              <a:prstDash val="solid"/>
              <a:round/>
            </a:ln>
          </a:top>
          <a:bottom>
            <a:ln w="127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solidFill>
                <a:srgbClr val="FEFFFF"/>
              </a:solidFill>
              <a:prstDash val="solid"/>
              <a:round/>
            </a:ln>
          </a:insideH>
          <a:insideV>
            <a:ln w="12700" cap="flat">
              <a:solidFill>
                <a:srgbClr val="FEFFFF"/>
              </a:solidFill>
              <a:prstDash val="solid"/>
              <a:round/>
            </a:ln>
          </a:insideV>
        </a:tcBdr>
        <a:fill>
          <a:solidFill>
            <a:srgbClr val="FEFFFF">
              <a:alpha val="20000"/>
            </a:srgbClr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FEFFFF"/>
              </a:solidFill>
              <a:prstDash val="solid"/>
              <a:round/>
            </a:ln>
          </a:left>
          <a:right>
            <a:ln w="12700" cap="flat">
              <a:solidFill>
                <a:srgbClr val="FEFFFF"/>
              </a:solidFill>
              <a:prstDash val="solid"/>
              <a:round/>
            </a:ln>
          </a:right>
          <a:top>
            <a:ln w="50800" cap="flat">
              <a:solidFill>
                <a:srgbClr val="FEFFFF"/>
              </a:solidFill>
              <a:prstDash val="solid"/>
              <a:round/>
            </a:ln>
          </a:top>
          <a:bottom>
            <a:ln w="127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solidFill>
                <a:srgbClr val="FEFFFF"/>
              </a:solidFill>
              <a:prstDash val="solid"/>
              <a:round/>
            </a:ln>
          </a:insideH>
          <a:insideV>
            <a:ln w="12700" cap="flat">
              <a:solidFill>
                <a:srgbClr val="FE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F Pro Text Light"/>
          <a:ea typeface="SF Pro Text Light"/>
          <a:cs typeface="SF Pro Text Light"/>
        </a:font>
        <a:srgbClr val="FEFFFF"/>
      </a:tcTxStyle>
      <a:tcStyle>
        <a:tcBdr>
          <a:left>
            <a:ln w="12700" cap="flat">
              <a:solidFill>
                <a:srgbClr val="FEFFFF"/>
              </a:solidFill>
              <a:prstDash val="solid"/>
              <a:round/>
            </a:ln>
          </a:left>
          <a:right>
            <a:ln w="12700" cap="flat">
              <a:solidFill>
                <a:srgbClr val="FEFFFF"/>
              </a:solidFill>
              <a:prstDash val="solid"/>
              <a:round/>
            </a:ln>
          </a:right>
          <a:top>
            <a:ln w="12700" cap="flat">
              <a:solidFill>
                <a:srgbClr val="FEFFFF"/>
              </a:solidFill>
              <a:prstDash val="solid"/>
              <a:round/>
            </a:ln>
          </a:top>
          <a:bottom>
            <a:ln w="25400" cap="flat">
              <a:solidFill>
                <a:srgbClr val="FEFFFF"/>
              </a:solidFill>
              <a:prstDash val="solid"/>
              <a:round/>
            </a:ln>
          </a:bottom>
          <a:insideH>
            <a:ln w="12700" cap="flat">
              <a:solidFill>
                <a:srgbClr val="FEFFFF"/>
              </a:solidFill>
              <a:prstDash val="solid"/>
              <a:round/>
            </a:ln>
          </a:insideH>
          <a:insideV>
            <a:ln w="12700" cap="flat">
              <a:solidFill>
                <a:srgbClr val="FE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73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4" name="Shape 73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итульный слайд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12" descr="Рисунок 12"/>
          <p:cNvPicPr>
            <a:picLocks noChangeAspect="1"/>
          </p:cNvPicPr>
          <p:nvPr/>
        </p:nvPicPr>
        <p:blipFill>
          <a:blip r:embed="rId2">
            <a:extLst/>
          </a:blip>
          <a:srcRect l="3705" t="247" r="0" b="0"/>
          <a:stretch>
            <a:fillRect/>
          </a:stretch>
        </p:blipFill>
        <p:spPr>
          <a:xfrm>
            <a:off x="2225061" y="16937"/>
            <a:ext cx="9966940" cy="6841062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Уровень текста 1…"/>
          <p:cNvSpPr txBox="1"/>
          <p:nvPr>
            <p:ph type="body" sz="quarter" idx="1" hasCustomPrompt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000"/>
            </a:lvl1pPr>
            <a:lvl2pPr marL="365125" indent="-365125">
              <a:lnSpc>
                <a:spcPct val="90000"/>
              </a:lnSpc>
              <a:spcBef>
                <a:spcPts val="0"/>
              </a:spcBef>
              <a:defRPr sz="2000"/>
            </a:lvl2pPr>
            <a:lvl3pPr marL="719666" indent="-449791">
              <a:lnSpc>
                <a:spcPct val="90000"/>
              </a:lnSpc>
              <a:spcBef>
                <a:spcPts val="0"/>
              </a:spcBef>
              <a:defRPr sz="2000"/>
            </a:lvl3pPr>
            <a:lvl4pPr marL="1625600" indent="-254000">
              <a:lnSpc>
                <a:spcPct val="90000"/>
              </a:lnSpc>
              <a:spcBef>
                <a:spcPts val="0"/>
              </a:spcBef>
              <a:defRPr sz="2000"/>
            </a:lvl4pPr>
            <a:lvl5pPr marL="2082800" indent="-254000">
              <a:lnSpc>
                <a:spcPct val="90000"/>
              </a:lnSpc>
              <a:spcBef>
                <a:spcPts val="0"/>
              </a:spcBef>
              <a:defRPr sz="2000"/>
            </a:lvl5pPr>
          </a:lstStyle>
          <a:p>
            <a:pPr/>
            <a:r>
              <a:t>Добавьте подзаголовок — раскройте детали вашей темы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апишите тему презентации"/>
          <p:cNvSpPr txBox="1"/>
          <p:nvPr>
            <p:ph type="title" hasCustomPrompt="1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Напишите тему презентации</a:t>
            </a:r>
          </a:p>
        </p:txBody>
      </p:sp>
      <p:grpSp>
        <p:nvGrpSpPr>
          <p:cNvPr id="58" name="Группа 9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56" name="Группа 7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54" name="Полилиния 4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rgbClr val="FE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55" name="Полилиния 5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57" name="Полилиния 14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5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Уровень текста 1…"/>
          <p:cNvSpPr txBox="1"/>
          <p:nvPr>
            <p:ph type="body" sz="quarter" idx="1" hasCustomPrompt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000"/>
            </a:lvl1pPr>
            <a:lvl2pPr marL="365125" indent="-365125">
              <a:lnSpc>
                <a:spcPct val="90000"/>
              </a:lnSpc>
              <a:spcBef>
                <a:spcPts val="0"/>
              </a:spcBef>
              <a:defRPr sz="2000"/>
            </a:lvl2pPr>
            <a:lvl3pPr marL="719666" indent="-449791">
              <a:lnSpc>
                <a:spcPct val="90000"/>
              </a:lnSpc>
              <a:spcBef>
                <a:spcPts val="0"/>
              </a:spcBef>
              <a:defRPr sz="2000"/>
            </a:lvl3pPr>
            <a:lvl4pPr marL="1625600" indent="-254000">
              <a:lnSpc>
                <a:spcPct val="90000"/>
              </a:lnSpc>
              <a:spcBef>
                <a:spcPts val="0"/>
              </a:spcBef>
              <a:defRPr sz="2000"/>
            </a:lvl4pPr>
            <a:lvl5pPr marL="2082800" indent="-254000">
              <a:lnSpc>
                <a:spcPct val="90000"/>
              </a:lnSpc>
              <a:spcBef>
                <a:spcPts val="0"/>
              </a:spcBef>
              <a:defRPr sz="2000"/>
            </a:lvl5pPr>
          </a:lstStyle>
          <a:p>
            <a:pPr/>
            <a:r>
              <a:t>Добавьте подзаголовок — раскройте детали вашей темы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7" name="Напишите тему презентации"/>
          <p:cNvSpPr txBox="1"/>
          <p:nvPr>
            <p:ph type="title" hasCustomPrompt="1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/>
            </a:lvl1pPr>
          </a:lstStyle>
          <a:p>
            <a:pPr/>
            <a:r>
              <a:t>Напишите тему презентации</a:t>
            </a:r>
          </a:p>
        </p:txBody>
      </p:sp>
      <p:grpSp>
        <p:nvGrpSpPr>
          <p:cNvPr id="72" name="Группа 7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70" name="Группа 12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68" name="Полилиния 14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rgbClr val="FE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69" name="Полилиния 15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71" name="Полилиния 13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7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итульный слайд раздела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Название раздела"/>
          <p:cNvSpPr txBox="1"/>
          <p:nvPr>
            <p:ph type="title" hasCustomPrompt="1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Название раздела</a:t>
            </a:r>
          </a:p>
        </p:txBody>
      </p:sp>
      <p:grpSp>
        <p:nvGrpSpPr>
          <p:cNvPr id="93" name="Группа 1"/>
          <p:cNvGrpSpPr/>
          <p:nvPr/>
        </p:nvGrpSpPr>
        <p:grpSpPr>
          <a:xfrm>
            <a:off x="7066328" y="0"/>
            <a:ext cx="5103284" cy="6858001"/>
            <a:chOff x="0" y="0"/>
            <a:chExt cx="5103283" cy="6857999"/>
          </a:xfrm>
        </p:grpSpPr>
        <p:sp>
          <p:nvSpPr>
            <p:cNvPr id="81" name="Полилиния 2"/>
            <p:cNvSpPr/>
            <p:nvPr/>
          </p:nvSpPr>
          <p:spPr>
            <a:xfrm>
              <a:off x="-1" y="64"/>
              <a:ext cx="1490313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2" name="Полилиния 3"/>
            <p:cNvSpPr/>
            <p:nvPr/>
          </p:nvSpPr>
          <p:spPr>
            <a:xfrm>
              <a:off x="-1" y="1714642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3" name="Полилиния 5"/>
            <p:cNvSpPr/>
            <p:nvPr/>
          </p:nvSpPr>
          <p:spPr>
            <a:xfrm>
              <a:off x="-1" y="3428907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4" name="Полилиния 6"/>
            <p:cNvSpPr/>
            <p:nvPr/>
          </p:nvSpPr>
          <p:spPr>
            <a:xfrm>
              <a:off x="-1" y="5143734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5" name="Полилиния 7"/>
            <p:cNvSpPr/>
            <p:nvPr/>
          </p:nvSpPr>
          <p:spPr>
            <a:xfrm>
              <a:off x="1806526" y="64"/>
              <a:ext cx="1490321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6" name="Полилиния 8"/>
            <p:cNvSpPr/>
            <p:nvPr/>
          </p:nvSpPr>
          <p:spPr>
            <a:xfrm>
              <a:off x="3612962" y="0"/>
              <a:ext cx="1490322" cy="17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7" name="Полилиния 9"/>
            <p:cNvSpPr/>
            <p:nvPr/>
          </p:nvSpPr>
          <p:spPr>
            <a:xfrm>
              <a:off x="1806526" y="1714642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8" name="Полилиния 10"/>
            <p:cNvSpPr/>
            <p:nvPr/>
          </p:nvSpPr>
          <p:spPr>
            <a:xfrm>
              <a:off x="1806526" y="3428907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89" name="Полилиния 11"/>
            <p:cNvSpPr/>
            <p:nvPr/>
          </p:nvSpPr>
          <p:spPr>
            <a:xfrm>
              <a:off x="3612962" y="1714576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0" name="Полилиния 12"/>
            <p:cNvSpPr/>
            <p:nvPr/>
          </p:nvSpPr>
          <p:spPr>
            <a:xfrm>
              <a:off x="3612962" y="3428841"/>
              <a:ext cx="1490322" cy="17142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1" name="Полилиния 13"/>
            <p:cNvSpPr/>
            <p:nvPr/>
          </p:nvSpPr>
          <p:spPr>
            <a:xfrm>
              <a:off x="1806526" y="5143734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92" name="Полилиния 14"/>
            <p:cNvSpPr/>
            <p:nvPr/>
          </p:nvSpPr>
          <p:spPr>
            <a:xfrm>
              <a:off x="3612962" y="5143668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Титульный слайд раздела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Название раздела"/>
          <p:cNvSpPr txBox="1"/>
          <p:nvPr>
            <p:ph type="title" hasCustomPrompt="1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Название раздела</a:t>
            </a:r>
          </a:p>
        </p:txBody>
      </p:sp>
      <p:grpSp>
        <p:nvGrpSpPr>
          <p:cNvPr id="114" name="Группа 1"/>
          <p:cNvGrpSpPr/>
          <p:nvPr/>
        </p:nvGrpSpPr>
        <p:grpSpPr>
          <a:xfrm>
            <a:off x="7066328" y="0"/>
            <a:ext cx="5103284" cy="6858001"/>
            <a:chOff x="0" y="0"/>
            <a:chExt cx="5103283" cy="6857999"/>
          </a:xfrm>
        </p:grpSpPr>
        <p:sp>
          <p:nvSpPr>
            <p:cNvPr id="102" name="Полилиния 2"/>
            <p:cNvSpPr/>
            <p:nvPr/>
          </p:nvSpPr>
          <p:spPr>
            <a:xfrm>
              <a:off x="-1" y="64"/>
              <a:ext cx="1490313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3" name="Полилиния 3"/>
            <p:cNvSpPr/>
            <p:nvPr/>
          </p:nvSpPr>
          <p:spPr>
            <a:xfrm>
              <a:off x="-1" y="1714642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4" name="Полилиния 5"/>
            <p:cNvSpPr/>
            <p:nvPr/>
          </p:nvSpPr>
          <p:spPr>
            <a:xfrm>
              <a:off x="-1" y="3428907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5" name="Полилиния 6"/>
            <p:cNvSpPr/>
            <p:nvPr/>
          </p:nvSpPr>
          <p:spPr>
            <a:xfrm>
              <a:off x="-1" y="5143734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6" name="Полилиния 7"/>
            <p:cNvSpPr/>
            <p:nvPr/>
          </p:nvSpPr>
          <p:spPr>
            <a:xfrm>
              <a:off x="1806526" y="64"/>
              <a:ext cx="1490321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7" name="Полилиния 8"/>
            <p:cNvSpPr/>
            <p:nvPr/>
          </p:nvSpPr>
          <p:spPr>
            <a:xfrm>
              <a:off x="3612962" y="0"/>
              <a:ext cx="1490322" cy="17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8" name="Полилиния 9"/>
            <p:cNvSpPr/>
            <p:nvPr/>
          </p:nvSpPr>
          <p:spPr>
            <a:xfrm>
              <a:off x="1806526" y="1714642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09" name="Полилиния 10"/>
            <p:cNvSpPr/>
            <p:nvPr/>
          </p:nvSpPr>
          <p:spPr>
            <a:xfrm>
              <a:off x="1806526" y="3428907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0" name="Полилиния 11"/>
            <p:cNvSpPr/>
            <p:nvPr/>
          </p:nvSpPr>
          <p:spPr>
            <a:xfrm>
              <a:off x="3612962" y="1714576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1" name="Полилиния 12"/>
            <p:cNvSpPr/>
            <p:nvPr/>
          </p:nvSpPr>
          <p:spPr>
            <a:xfrm>
              <a:off x="3612962" y="3428841"/>
              <a:ext cx="1490322" cy="17142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2" name="Полилиния 13"/>
            <p:cNvSpPr/>
            <p:nvPr/>
          </p:nvSpPr>
          <p:spPr>
            <a:xfrm>
              <a:off x="1806526" y="5143734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113" name="Полилиния 14"/>
            <p:cNvSpPr/>
            <p:nvPr/>
          </p:nvSpPr>
          <p:spPr>
            <a:xfrm>
              <a:off x="3612962" y="5143668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11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Титульный слайд раздела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Рисунок 9" descr="Рисунок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Название раздела"/>
          <p:cNvSpPr txBox="1"/>
          <p:nvPr>
            <p:ph type="title" hasCustomPrompt="1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Название раздела</a:t>
            </a:r>
          </a:p>
        </p:txBody>
      </p:sp>
      <p:sp>
        <p:nvSpPr>
          <p:cNvPr id="12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Титульный слайд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Название раздела"/>
          <p:cNvSpPr txBox="1"/>
          <p:nvPr>
            <p:ph type="title" hasCustomPrompt="1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6600"/>
            </a:lvl1pPr>
          </a:lstStyle>
          <a:p>
            <a:pPr/>
            <a:r>
              <a:t>Название раздела</a:t>
            </a:r>
          </a:p>
        </p:txBody>
      </p:sp>
      <p:sp>
        <p:nvSpPr>
          <p:cNvPr id="13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Акц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Название раздела"/>
          <p:cNvSpPr txBox="1"/>
          <p:nvPr>
            <p:ph type="title" hasCustomPrompt="1"/>
          </p:nvPr>
        </p:nvSpPr>
        <p:spPr>
          <a:xfrm>
            <a:off x="1999416" y="2971951"/>
            <a:ext cx="8193167" cy="914097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algn="ctr"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Название раздела</a:t>
            </a:r>
          </a:p>
        </p:txBody>
      </p:sp>
      <p:sp>
        <p:nvSpPr>
          <p:cNvPr id="1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genda"/>
          <p:cNvSpPr txBox="1"/>
          <p:nvPr>
            <p:ph type="title" hasCustomPrompt="1"/>
          </p:nvPr>
        </p:nvSpPr>
        <p:spPr>
          <a:xfrm>
            <a:off x="677333" y="692150"/>
            <a:ext cx="2681817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Agenda</a:t>
            </a:r>
          </a:p>
        </p:txBody>
      </p:sp>
      <p:sp>
        <p:nvSpPr>
          <p:cNvPr id="155" name="Уровень текста 1…"/>
          <p:cNvSpPr txBox="1"/>
          <p:nvPr>
            <p:ph type="body" idx="1" hasCustomPrompt="1"/>
          </p:nvPr>
        </p:nvSpPr>
        <p:spPr>
          <a:xfrm>
            <a:off x="4043362" y="692150"/>
            <a:ext cx="7489826" cy="5508625"/>
          </a:xfrm>
          <a:prstGeom prst="rect">
            <a:avLst/>
          </a:prstGeom>
        </p:spPr>
        <p:txBody>
          <a:bodyPr/>
          <a:lstStyle>
            <a:lvl1pPr marL="457200" indent="-457200">
              <a:buSzPct val="100000"/>
              <a:buAutoNum type="arabicPeriod" startAt="1"/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1072923" indent="-544285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95425" indent="-574675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1676400" indent="-304800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133600" indent="-304800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Раскройте содержание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5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Рисунок 3"/>
          <p:cNvSpPr/>
          <p:nvPr>
            <p:ph type="pic" sz="half" idx="21"/>
          </p:nvPr>
        </p:nvSpPr>
        <p:spPr>
          <a:xfrm>
            <a:off x="8112125" y="0"/>
            <a:ext cx="4079875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4" name="Agenda"/>
          <p:cNvSpPr txBox="1"/>
          <p:nvPr>
            <p:ph type="title" hasCustomPrompt="1"/>
          </p:nvPr>
        </p:nvSpPr>
        <p:spPr>
          <a:xfrm>
            <a:off x="677333" y="692150"/>
            <a:ext cx="5418668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Agenda</a:t>
            </a:r>
          </a:p>
        </p:txBody>
      </p:sp>
      <p:sp>
        <p:nvSpPr>
          <p:cNvPr id="165" name="Уровень текста 1…"/>
          <p:cNvSpPr txBox="1"/>
          <p:nvPr>
            <p:ph type="body" sz="half" idx="1" hasCustomPrompt="1"/>
          </p:nvPr>
        </p:nvSpPr>
        <p:spPr>
          <a:xfrm>
            <a:off x="671512" y="1773238"/>
            <a:ext cx="5424489" cy="4427538"/>
          </a:xfrm>
          <a:prstGeom prst="rect">
            <a:avLst/>
          </a:prstGeom>
        </p:spPr>
        <p:txBody>
          <a:bodyPr/>
          <a:lstStyle>
            <a:lvl1pPr marL="457200" indent="-457200">
              <a:buSzPct val="100000"/>
              <a:buAutoNum type="arabicPeriod" startAt="1"/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1072923" indent="-544285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95425" indent="-574675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1676400" indent="-304800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133600" indent="-304800"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Раскройте содержание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1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Уровень текста 1…"/>
          <p:cNvSpPr txBox="1"/>
          <p:nvPr>
            <p:ph type="body" idx="1"/>
          </p:nvPr>
        </p:nvSpPr>
        <p:spPr>
          <a:xfrm>
            <a:off x="671512" y="1773238"/>
            <a:ext cx="10861676" cy="4464049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2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18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Уровень текста 1…"/>
          <p:cNvSpPr txBox="1"/>
          <p:nvPr>
            <p:ph type="body" idx="1" hasCustomPrompt="1"/>
          </p:nvPr>
        </p:nvSpPr>
        <p:spPr>
          <a:xfrm>
            <a:off x="658812" y="1773238"/>
            <a:ext cx="10874376" cy="4447950"/>
          </a:xfrm>
          <a:prstGeom prst="rect">
            <a:avLst/>
          </a:prstGeom>
        </p:spPr>
        <p:txBody>
          <a:bodyPr/>
          <a:lstStyle/>
          <a:p>
            <a:pPr/>
            <a:r>
              <a:t>Объект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91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1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в 2 строки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Уровень текста 1…"/>
          <p:cNvSpPr txBox="1"/>
          <p:nvPr>
            <p:ph type="body" sz="half" idx="1" hasCustomPrompt="1"/>
          </p:nvPr>
        </p:nvSpPr>
        <p:spPr>
          <a:xfrm>
            <a:off x="6311901" y="692150"/>
            <a:ext cx="5208587" cy="554513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328613" indent="-328613">
              <a:defRPr sz="1800"/>
            </a:lvl2pPr>
            <a:lvl3pPr marL="674687" indent="-404812">
              <a:defRPr sz="1800"/>
            </a:lvl3pPr>
            <a:lvl4pPr marL="1600200" indent="-228600">
              <a:defRPr sz="1800"/>
            </a:lvl4pPr>
            <a:lvl5pPr marL="2057400" indent="-228600">
              <a:defRPr sz="1800"/>
            </a:lvl5pPr>
          </a:lstStyle>
          <a:p>
            <a:pPr/>
            <a:r>
              <a:t>Объект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00" name="Текст 2"/>
          <p:cNvSpPr/>
          <p:nvPr>
            <p:ph type="body" sz="half" idx="21"/>
          </p:nvPr>
        </p:nvSpPr>
        <p:spPr>
          <a:xfrm>
            <a:off x="671512" y="2040888"/>
            <a:ext cx="5424489" cy="415988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1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20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Уровень текста 1…"/>
          <p:cNvSpPr txBox="1"/>
          <p:nvPr>
            <p:ph type="body" sz="half" idx="1" hasCustomPrompt="1"/>
          </p:nvPr>
        </p:nvSpPr>
        <p:spPr>
          <a:xfrm>
            <a:off x="677333" y="1773238"/>
            <a:ext cx="5317066" cy="4427538"/>
          </a:xfrm>
          <a:prstGeom prst="rect">
            <a:avLst/>
          </a:prstGeom>
        </p:spPr>
        <p:txBody>
          <a:bodyPr/>
          <a:lstStyle/>
          <a:p>
            <a:pPr/>
            <a:r>
              <a:t>Объект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10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2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Уровень текста 1…"/>
          <p:cNvSpPr txBox="1"/>
          <p:nvPr>
            <p:ph type="body" sz="half" idx="1"/>
          </p:nvPr>
        </p:nvSpPr>
        <p:spPr>
          <a:xfrm>
            <a:off x="6096000" y="692151"/>
            <a:ext cx="5437188" cy="550862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9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165528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2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Уровень текста 1…"/>
          <p:cNvSpPr txBox="1"/>
          <p:nvPr>
            <p:ph type="body" sz="half" idx="1"/>
          </p:nvPr>
        </p:nvSpPr>
        <p:spPr>
          <a:xfrm>
            <a:off x="677333" y="1773238"/>
            <a:ext cx="5304366" cy="44275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8" name="Текст 2"/>
          <p:cNvSpPr/>
          <p:nvPr>
            <p:ph type="body" sz="half" idx="21"/>
          </p:nvPr>
        </p:nvSpPr>
        <p:spPr>
          <a:xfrm>
            <a:off x="6228824" y="1773239"/>
            <a:ext cx="5304364" cy="44275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23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актои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Группа 37"/>
          <p:cNvGrpSpPr/>
          <p:nvPr/>
        </p:nvGrpSpPr>
        <p:grpSpPr>
          <a:xfrm>
            <a:off x="7156015" y="-1"/>
            <a:ext cx="5016894" cy="6858001"/>
            <a:chOff x="0" y="0"/>
            <a:chExt cx="5016893" cy="6857999"/>
          </a:xfrm>
        </p:grpSpPr>
        <p:sp>
          <p:nvSpPr>
            <p:cNvPr id="237" name="Полилиния 38"/>
            <p:cNvSpPr/>
            <p:nvPr/>
          </p:nvSpPr>
          <p:spPr>
            <a:xfrm>
              <a:off x="-1" y="0"/>
              <a:ext cx="1175095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38" name="Полилиния 39"/>
            <p:cNvSpPr/>
            <p:nvPr/>
          </p:nvSpPr>
          <p:spPr>
            <a:xfrm>
              <a:off x="-1" y="1371663"/>
              <a:ext cx="1175095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39" name="Полилиния 40"/>
            <p:cNvSpPr/>
            <p:nvPr/>
          </p:nvSpPr>
          <p:spPr>
            <a:xfrm>
              <a:off x="-1" y="2743262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0" name="Полилиния 41"/>
            <p:cNvSpPr/>
            <p:nvPr/>
          </p:nvSpPr>
          <p:spPr>
            <a:xfrm>
              <a:off x="-1" y="4114986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1" name="Полилиния 42"/>
            <p:cNvSpPr/>
            <p:nvPr/>
          </p:nvSpPr>
          <p:spPr>
            <a:xfrm>
              <a:off x="-1" y="5486591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2" name="Полилиния 43"/>
            <p:cNvSpPr/>
            <p:nvPr/>
          </p:nvSpPr>
          <p:spPr>
            <a:xfrm>
              <a:off x="1280536" y="0"/>
              <a:ext cx="1175090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3" name="Полилиния 44"/>
            <p:cNvSpPr/>
            <p:nvPr/>
          </p:nvSpPr>
          <p:spPr>
            <a:xfrm>
              <a:off x="1280536" y="1371663"/>
              <a:ext cx="1175090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4" name="Полилиния 45"/>
            <p:cNvSpPr/>
            <p:nvPr/>
          </p:nvSpPr>
          <p:spPr>
            <a:xfrm>
              <a:off x="1280536" y="2743262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5" name="Полилиния 46"/>
            <p:cNvSpPr/>
            <p:nvPr/>
          </p:nvSpPr>
          <p:spPr>
            <a:xfrm>
              <a:off x="1280536" y="4114986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6" name="Полилиния 47"/>
            <p:cNvSpPr/>
            <p:nvPr/>
          </p:nvSpPr>
          <p:spPr>
            <a:xfrm>
              <a:off x="1280536" y="5486591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7" name="Полилиния 48"/>
            <p:cNvSpPr/>
            <p:nvPr/>
          </p:nvSpPr>
          <p:spPr>
            <a:xfrm>
              <a:off x="2561174" y="0"/>
              <a:ext cx="1175084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8" name="Полилиния 49"/>
            <p:cNvSpPr/>
            <p:nvPr/>
          </p:nvSpPr>
          <p:spPr>
            <a:xfrm>
              <a:off x="2561174" y="1371663"/>
              <a:ext cx="1175084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49" name="Полилиния 50"/>
            <p:cNvSpPr/>
            <p:nvPr/>
          </p:nvSpPr>
          <p:spPr>
            <a:xfrm>
              <a:off x="2561174" y="2743262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0" name="Полилиния 51"/>
            <p:cNvSpPr/>
            <p:nvPr/>
          </p:nvSpPr>
          <p:spPr>
            <a:xfrm>
              <a:off x="2561174" y="4114986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1" name="Полилиния 52"/>
            <p:cNvSpPr/>
            <p:nvPr/>
          </p:nvSpPr>
          <p:spPr>
            <a:xfrm>
              <a:off x="2561174" y="5486591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2" name="Полилиния 53"/>
            <p:cNvSpPr/>
            <p:nvPr/>
          </p:nvSpPr>
          <p:spPr>
            <a:xfrm>
              <a:off x="3841808" y="0"/>
              <a:ext cx="1175086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3" name="Полилиния 54"/>
            <p:cNvSpPr/>
            <p:nvPr/>
          </p:nvSpPr>
          <p:spPr>
            <a:xfrm>
              <a:off x="3841808" y="1371663"/>
              <a:ext cx="1175086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4" name="Полилиния 55"/>
            <p:cNvSpPr/>
            <p:nvPr/>
          </p:nvSpPr>
          <p:spPr>
            <a:xfrm>
              <a:off x="3841808" y="2743262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5" name="Полилиния 56"/>
            <p:cNvSpPr/>
            <p:nvPr/>
          </p:nvSpPr>
          <p:spPr>
            <a:xfrm>
              <a:off x="3841808" y="4114986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56" name="Полилиния 57"/>
            <p:cNvSpPr/>
            <p:nvPr/>
          </p:nvSpPr>
          <p:spPr>
            <a:xfrm>
              <a:off x="3841808" y="5486591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258" name="Уровень текста 1…"/>
          <p:cNvSpPr txBox="1"/>
          <p:nvPr>
            <p:ph type="body" sz="quarter" idx="1" hasCustomPrompt="1"/>
          </p:nvPr>
        </p:nvSpPr>
        <p:spPr>
          <a:xfrm>
            <a:off x="658812" y="4363180"/>
            <a:ext cx="10224001" cy="52522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438150" indent="-438150">
              <a:defRPr sz="2400"/>
            </a:lvl2pPr>
            <a:lvl3pPr marL="809625" indent="-539750">
              <a:defRPr sz="2400"/>
            </a:lvl3pPr>
            <a:lvl4pPr marL="1676400" indent="-304800">
              <a:defRPr sz="2400"/>
            </a:lvl4pPr>
            <a:lvl5pPr marL="2133600" indent="-304800">
              <a:defRPr sz="2400"/>
            </a:lvl5pPr>
          </a:lstStyle>
          <a:p>
            <a:pPr/>
            <a:r>
              <a:t>кратко опишите фактоиды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9" name="Текст 4"/>
          <p:cNvSpPr/>
          <p:nvPr>
            <p:ph type="body" sz="half" idx="21" hasCustomPrompt="1"/>
          </p:nvPr>
        </p:nvSpPr>
        <p:spPr>
          <a:xfrm>
            <a:off x="671512" y="1773238"/>
            <a:ext cx="10224001" cy="2407063"/>
          </a:xfrm>
          <a:prstGeom prst="rect">
            <a:avLst/>
          </a:prstGeom>
        </p:spPr>
        <p:txBody>
          <a:bodyPr/>
          <a:lstStyle>
            <a:lvl1pPr defTabSz="832104">
              <a:spcBef>
                <a:spcPts val="900"/>
              </a:spcBef>
              <a:defRPr b="1" sz="15197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70 МЛН</a:t>
            </a:r>
          </a:p>
        </p:txBody>
      </p:sp>
      <p:sp>
        <p:nvSpPr>
          <p:cNvPr id="26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Группа 12"/>
          <p:cNvGrpSpPr/>
          <p:nvPr/>
        </p:nvGrpSpPr>
        <p:grpSpPr>
          <a:xfrm>
            <a:off x="7156015" y="-1"/>
            <a:ext cx="5016894" cy="6858001"/>
            <a:chOff x="0" y="0"/>
            <a:chExt cx="5016893" cy="6857999"/>
          </a:xfrm>
        </p:grpSpPr>
        <p:sp>
          <p:nvSpPr>
            <p:cNvPr id="267" name="Полилиния 40"/>
            <p:cNvSpPr/>
            <p:nvPr/>
          </p:nvSpPr>
          <p:spPr>
            <a:xfrm>
              <a:off x="-1" y="0"/>
              <a:ext cx="1175095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68" name="Полилиния 41"/>
            <p:cNvSpPr/>
            <p:nvPr/>
          </p:nvSpPr>
          <p:spPr>
            <a:xfrm>
              <a:off x="-1" y="1371663"/>
              <a:ext cx="1175095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69" name="Полилиния 42"/>
            <p:cNvSpPr/>
            <p:nvPr/>
          </p:nvSpPr>
          <p:spPr>
            <a:xfrm>
              <a:off x="-1" y="2743262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0" name="Полилиния 43"/>
            <p:cNvSpPr/>
            <p:nvPr/>
          </p:nvSpPr>
          <p:spPr>
            <a:xfrm>
              <a:off x="-1" y="4114986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1" name="Полилиния 44"/>
            <p:cNvSpPr/>
            <p:nvPr/>
          </p:nvSpPr>
          <p:spPr>
            <a:xfrm>
              <a:off x="-1" y="5486591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2" name="Полилиния 45"/>
            <p:cNvSpPr/>
            <p:nvPr/>
          </p:nvSpPr>
          <p:spPr>
            <a:xfrm>
              <a:off x="1280536" y="0"/>
              <a:ext cx="1175090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3" name="Полилиния 46"/>
            <p:cNvSpPr/>
            <p:nvPr/>
          </p:nvSpPr>
          <p:spPr>
            <a:xfrm>
              <a:off x="1280536" y="1371663"/>
              <a:ext cx="1175090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4" name="Полилиния 47"/>
            <p:cNvSpPr/>
            <p:nvPr/>
          </p:nvSpPr>
          <p:spPr>
            <a:xfrm>
              <a:off x="1280536" y="2743262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5" name="Полилиния 48"/>
            <p:cNvSpPr/>
            <p:nvPr/>
          </p:nvSpPr>
          <p:spPr>
            <a:xfrm>
              <a:off x="1280536" y="4114986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6" name="Полилиния 49"/>
            <p:cNvSpPr/>
            <p:nvPr/>
          </p:nvSpPr>
          <p:spPr>
            <a:xfrm>
              <a:off x="1280536" y="5486591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7" name="Полилиния 50"/>
            <p:cNvSpPr/>
            <p:nvPr/>
          </p:nvSpPr>
          <p:spPr>
            <a:xfrm>
              <a:off x="2561174" y="0"/>
              <a:ext cx="1175084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8" name="Полилиния 51"/>
            <p:cNvSpPr/>
            <p:nvPr/>
          </p:nvSpPr>
          <p:spPr>
            <a:xfrm>
              <a:off x="2561174" y="1371663"/>
              <a:ext cx="1175084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79" name="Полилиния 52"/>
            <p:cNvSpPr/>
            <p:nvPr/>
          </p:nvSpPr>
          <p:spPr>
            <a:xfrm>
              <a:off x="2561174" y="2743262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0" name="Полилиния 53"/>
            <p:cNvSpPr/>
            <p:nvPr/>
          </p:nvSpPr>
          <p:spPr>
            <a:xfrm>
              <a:off x="2561174" y="4114986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1" name="Полилиния 54"/>
            <p:cNvSpPr/>
            <p:nvPr/>
          </p:nvSpPr>
          <p:spPr>
            <a:xfrm>
              <a:off x="2561174" y="5486591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2" name="Полилиния 55"/>
            <p:cNvSpPr/>
            <p:nvPr/>
          </p:nvSpPr>
          <p:spPr>
            <a:xfrm>
              <a:off x="3841808" y="0"/>
              <a:ext cx="1175086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3" name="Полилиния 56"/>
            <p:cNvSpPr/>
            <p:nvPr/>
          </p:nvSpPr>
          <p:spPr>
            <a:xfrm>
              <a:off x="3841808" y="1371663"/>
              <a:ext cx="1175086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4" name="Полилиния 57"/>
            <p:cNvSpPr/>
            <p:nvPr/>
          </p:nvSpPr>
          <p:spPr>
            <a:xfrm>
              <a:off x="3841808" y="2743262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5" name="Полилиния 58"/>
            <p:cNvSpPr/>
            <p:nvPr/>
          </p:nvSpPr>
          <p:spPr>
            <a:xfrm>
              <a:off x="3841808" y="4114986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286" name="Полилиния 59"/>
            <p:cNvSpPr/>
            <p:nvPr/>
          </p:nvSpPr>
          <p:spPr>
            <a:xfrm>
              <a:off x="3841808" y="5486591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288" name="Уровень текста 1…"/>
          <p:cNvSpPr txBox="1"/>
          <p:nvPr>
            <p:ph type="body" sz="quarter" idx="1" hasCustomPrompt="1"/>
          </p:nvPr>
        </p:nvSpPr>
        <p:spPr>
          <a:xfrm>
            <a:off x="672853" y="3878708"/>
            <a:ext cx="8131145" cy="176712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1" sz="115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  <a:lvl2pPr marL="2099473" indent="-2099473">
              <a:lnSpc>
                <a:spcPct val="100000"/>
              </a:lnSpc>
              <a:defRPr b="1" sz="115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2pPr>
            <a:lvl3pPr marL="2856177" indent="-2586302">
              <a:lnSpc>
                <a:spcPct val="100000"/>
              </a:lnSpc>
              <a:defRPr b="1" sz="115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3pPr>
            <a:lvl4pPr marL="2832100" indent="-1460500">
              <a:lnSpc>
                <a:spcPct val="100000"/>
              </a:lnSpc>
              <a:defRPr b="1" sz="115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4pPr>
            <a:lvl5pPr marL="3289300" indent="-1460500">
              <a:lnSpc>
                <a:spcPct val="100000"/>
              </a:lnSpc>
              <a:defRPr b="1" sz="115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5pPr>
          </a:lstStyle>
          <a:p>
            <a:pPr/>
            <a:r>
              <a:t>140 МЛН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89" name="Текст 34"/>
          <p:cNvSpPr/>
          <p:nvPr>
            <p:ph type="body" sz="quarter" idx="21" hasCustomPrompt="1"/>
          </p:nvPr>
        </p:nvSpPr>
        <p:spPr>
          <a:xfrm>
            <a:off x="672852" y="5715425"/>
            <a:ext cx="8131144" cy="4853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290" name="Текст 3"/>
          <p:cNvSpPr/>
          <p:nvPr>
            <p:ph type="body" sz="quarter" idx="22" hasCustomPrompt="1"/>
          </p:nvPr>
        </p:nvSpPr>
        <p:spPr>
          <a:xfrm>
            <a:off x="671514" y="1045517"/>
            <a:ext cx="8131144" cy="1767121"/>
          </a:xfrm>
          <a:prstGeom prst="rect">
            <a:avLst/>
          </a:prstGeom>
        </p:spPr>
        <p:txBody>
          <a:bodyPr/>
          <a:lstStyle>
            <a:lvl1pPr defTabSz="877823">
              <a:lnSpc>
                <a:spcPct val="100000"/>
              </a:lnSpc>
              <a:spcBef>
                <a:spcPts val="900"/>
              </a:spcBef>
              <a:defRPr b="1" sz="11039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291" name="Текст 34"/>
          <p:cNvSpPr/>
          <p:nvPr>
            <p:ph type="body" sz="quarter" idx="23" hasCustomPrompt="1"/>
          </p:nvPr>
        </p:nvSpPr>
        <p:spPr>
          <a:xfrm>
            <a:off x="671512" y="2882234"/>
            <a:ext cx="8131145" cy="4853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2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Уровень текста 1…"/>
          <p:cNvSpPr txBox="1"/>
          <p:nvPr>
            <p:ph type="body" sz="half" idx="1"/>
          </p:nvPr>
        </p:nvSpPr>
        <p:spPr>
          <a:xfrm>
            <a:off x="671514" y="1773238"/>
            <a:ext cx="5135728" cy="44275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00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301" name="Текст 3"/>
          <p:cNvSpPr/>
          <p:nvPr>
            <p:ph type="body" sz="quarter" idx="21" hasCustomPrompt="1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</p:spPr>
        <p:txBody>
          <a:bodyPr anchor="b"/>
          <a:lstStyle>
            <a:lvl1pPr defTabSz="704087">
              <a:lnSpc>
                <a:spcPct val="100000"/>
              </a:lnSpc>
              <a:spcBef>
                <a:spcPts val="700"/>
              </a:spcBef>
              <a:defRPr b="1" sz="6775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302" name="Текст 34"/>
          <p:cNvSpPr/>
          <p:nvPr>
            <p:ph type="body" sz="quarter" idx="22" hasCustomPrompt="1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03" name="Текст 3"/>
          <p:cNvSpPr/>
          <p:nvPr>
            <p:ph type="body" sz="quarter" idx="23" hasCustomPrompt="1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</p:spPr>
        <p:txBody>
          <a:bodyPr anchor="b"/>
          <a:lstStyle>
            <a:lvl1pPr defTabSz="704087">
              <a:lnSpc>
                <a:spcPct val="100000"/>
              </a:lnSpc>
              <a:spcBef>
                <a:spcPts val="700"/>
              </a:spcBef>
              <a:defRPr b="1" sz="6775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304" name="Текст 34"/>
          <p:cNvSpPr/>
          <p:nvPr>
            <p:ph type="body" sz="quarter" idx="24" hasCustomPrompt="1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0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Уровень текста 1…"/>
          <p:cNvSpPr txBox="1"/>
          <p:nvPr>
            <p:ph type="body" sz="quarter" idx="1" hasCustomPrompt="1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b="1" sz="88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  <a:lvl2pPr marL="1606553" indent="-1606553">
              <a:lnSpc>
                <a:spcPct val="100000"/>
              </a:lnSpc>
              <a:defRPr b="1" sz="88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2pPr>
            <a:lvl3pPr marL="2248958" indent="-1979083">
              <a:lnSpc>
                <a:spcPct val="100000"/>
              </a:lnSpc>
              <a:defRPr b="1" sz="88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3pPr>
            <a:lvl4pPr marL="2489200" indent="-1117600">
              <a:lnSpc>
                <a:spcPct val="100000"/>
              </a:lnSpc>
              <a:defRPr b="1" sz="88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4pPr>
            <a:lvl5pPr marL="2946400" indent="-1117600">
              <a:lnSpc>
                <a:spcPct val="100000"/>
              </a:lnSpc>
              <a:defRPr b="1" sz="8800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5pPr>
          </a:lstStyle>
          <a:p>
            <a:pPr/>
            <a:r>
              <a:t>140 МЛН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3" name="Текст 34"/>
          <p:cNvSpPr/>
          <p:nvPr>
            <p:ph type="body" sz="quarter" idx="21" hasCustomPrompt="1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14" name="Текст 3"/>
          <p:cNvSpPr/>
          <p:nvPr>
            <p:ph type="body" sz="quarter" idx="22" hasCustomPrompt="1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</p:spPr>
        <p:txBody>
          <a:bodyPr anchor="b"/>
          <a:lstStyle>
            <a:lvl1pPr defTabSz="704087">
              <a:lnSpc>
                <a:spcPct val="100000"/>
              </a:lnSpc>
              <a:spcBef>
                <a:spcPts val="700"/>
              </a:spcBef>
              <a:defRPr b="1" sz="6775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315" name="Текст 34"/>
          <p:cNvSpPr/>
          <p:nvPr>
            <p:ph type="body" sz="quarter" idx="23" hasCustomPrompt="1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16" name="Текст 3"/>
          <p:cNvSpPr/>
          <p:nvPr>
            <p:ph type="body" sz="quarter" idx="24" hasCustomPrompt="1"/>
          </p:nvPr>
        </p:nvSpPr>
        <p:spPr>
          <a:xfrm>
            <a:off x="680011" y="3864033"/>
            <a:ext cx="5239527" cy="1080001"/>
          </a:xfrm>
          <a:prstGeom prst="rect">
            <a:avLst/>
          </a:prstGeom>
        </p:spPr>
        <p:txBody>
          <a:bodyPr anchor="b"/>
          <a:lstStyle>
            <a:lvl1pPr defTabSz="704087">
              <a:lnSpc>
                <a:spcPct val="100000"/>
              </a:lnSpc>
              <a:spcBef>
                <a:spcPts val="700"/>
              </a:spcBef>
              <a:defRPr b="1" sz="6775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317" name="Текст 34"/>
          <p:cNvSpPr/>
          <p:nvPr>
            <p:ph type="body" sz="quarter" idx="25" hasCustomPrompt="1"/>
          </p:nvPr>
        </p:nvSpPr>
        <p:spPr>
          <a:xfrm>
            <a:off x="680010" y="5058095"/>
            <a:ext cx="5239527" cy="35661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18" name="Текст 3"/>
          <p:cNvSpPr/>
          <p:nvPr>
            <p:ph type="body" sz="quarter" idx="26" hasCustomPrompt="1"/>
          </p:nvPr>
        </p:nvSpPr>
        <p:spPr>
          <a:xfrm>
            <a:off x="678672" y="1773238"/>
            <a:ext cx="5239527" cy="1080001"/>
          </a:xfrm>
          <a:prstGeom prst="rect">
            <a:avLst/>
          </a:prstGeom>
        </p:spPr>
        <p:txBody>
          <a:bodyPr anchor="b"/>
          <a:lstStyle>
            <a:lvl1pPr defTabSz="704087">
              <a:lnSpc>
                <a:spcPct val="100000"/>
              </a:lnSpc>
              <a:spcBef>
                <a:spcPts val="700"/>
              </a:spcBef>
              <a:defRPr b="1" sz="6775"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140 МЛН </a:t>
            </a:r>
          </a:p>
        </p:txBody>
      </p:sp>
      <p:sp>
        <p:nvSpPr>
          <p:cNvPr id="319" name="Текст 34"/>
          <p:cNvSpPr/>
          <p:nvPr>
            <p:ph type="body" sz="quarter" idx="27" hasCustomPrompt="1"/>
          </p:nvPr>
        </p:nvSpPr>
        <p:spPr>
          <a:xfrm>
            <a:off x="678672" y="2967300"/>
            <a:ext cx="5239527" cy="35661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кратко опишите фактоиды</a:t>
            </a:r>
          </a:p>
        </p:txBody>
      </p:sp>
      <p:sp>
        <p:nvSpPr>
          <p:cNvPr id="3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Уровень текста 1…"/>
          <p:cNvSpPr txBox="1"/>
          <p:nvPr>
            <p:ph type="body" sz="quarter" idx="1" hasCustomPrompt="1"/>
          </p:nvPr>
        </p:nvSpPr>
        <p:spPr>
          <a:xfrm>
            <a:off x="5345017" y="617219"/>
            <a:ext cx="2779201" cy="924331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985839" indent="-985839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84312" indent="-1214437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20574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5146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1817%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28" name="Текст 34"/>
          <p:cNvSpPr/>
          <p:nvPr>
            <p:ph type="body" sz="quarter" idx="21" hasCustomPrompt="1"/>
          </p:nvPr>
        </p:nvSpPr>
        <p:spPr>
          <a:xfrm>
            <a:off x="5345017" y="1620441"/>
            <a:ext cx="2779201" cy="498598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29" name="Текст 4"/>
          <p:cNvSpPr/>
          <p:nvPr>
            <p:ph type="body" sz="quarter" idx="22" hasCustomPrompt="1"/>
          </p:nvPr>
        </p:nvSpPr>
        <p:spPr>
          <a:xfrm>
            <a:off x="5345017" y="2680785"/>
            <a:ext cx="2779202" cy="924331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1417%</a:t>
            </a:r>
          </a:p>
        </p:txBody>
      </p:sp>
      <p:sp>
        <p:nvSpPr>
          <p:cNvPr id="330" name="Текст 34"/>
          <p:cNvSpPr/>
          <p:nvPr>
            <p:ph type="body" sz="quarter" idx="23" hasCustomPrompt="1"/>
          </p:nvPr>
        </p:nvSpPr>
        <p:spPr>
          <a:xfrm>
            <a:off x="5345017" y="3684008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31" name="Текст 4"/>
          <p:cNvSpPr/>
          <p:nvPr>
            <p:ph type="body" sz="quarter" idx="24" hasCustomPrompt="1"/>
          </p:nvPr>
        </p:nvSpPr>
        <p:spPr>
          <a:xfrm>
            <a:off x="8424464" y="617219"/>
            <a:ext cx="2779201" cy="924331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898%</a:t>
            </a:r>
          </a:p>
        </p:txBody>
      </p:sp>
      <p:sp>
        <p:nvSpPr>
          <p:cNvPr id="332" name="Текст 34"/>
          <p:cNvSpPr/>
          <p:nvPr>
            <p:ph type="body" sz="quarter" idx="25" hasCustomPrompt="1"/>
          </p:nvPr>
        </p:nvSpPr>
        <p:spPr>
          <a:xfrm>
            <a:off x="8424463" y="1620441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33" name="Текст 4"/>
          <p:cNvSpPr/>
          <p:nvPr>
            <p:ph type="body" sz="quarter" idx="26" hasCustomPrompt="1"/>
          </p:nvPr>
        </p:nvSpPr>
        <p:spPr>
          <a:xfrm>
            <a:off x="8424464" y="2680785"/>
            <a:ext cx="2779201" cy="924331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698%</a:t>
            </a:r>
          </a:p>
        </p:txBody>
      </p:sp>
      <p:sp>
        <p:nvSpPr>
          <p:cNvPr id="334" name="Текст 34"/>
          <p:cNvSpPr/>
          <p:nvPr>
            <p:ph type="body" sz="quarter" idx="27" hasCustomPrompt="1"/>
          </p:nvPr>
        </p:nvSpPr>
        <p:spPr>
          <a:xfrm>
            <a:off x="8424463" y="3684008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35" name="Текст 34"/>
          <p:cNvSpPr/>
          <p:nvPr>
            <p:ph type="body" sz="quarter" idx="28" hasCustomPrompt="1"/>
          </p:nvPr>
        </p:nvSpPr>
        <p:spPr>
          <a:xfrm>
            <a:off x="668348" y="2495795"/>
            <a:ext cx="3384001" cy="1110561"/>
          </a:xfrm>
          <a:prstGeom prst="rect">
            <a:avLst/>
          </a:prstGeom>
        </p:spPr>
        <p:txBody>
          <a:bodyPr/>
          <a:lstStyle>
            <a:lvl1pPr defTabSz="868680">
              <a:spcBef>
                <a:spcPts val="900"/>
              </a:spcBef>
              <a:defRPr sz="1520"/>
            </a:lvl1pPr>
          </a:lstStyle>
          <a:p>
            <a:pPr/>
            <a:r>
              <a:t>Опишите кратко идеи, подтверждающие основную мысль слайда
Уровень 2</a:t>
            </a:r>
          </a:p>
        </p:txBody>
      </p:sp>
      <p:sp>
        <p:nvSpPr>
          <p:cNvPr id="336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3366031" cy="160187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3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6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Уровень текста 1…"/>
          <p:cNvSpPr txBox="1"/>
          <p:nvPr>
            <p:ph type="body" sz="quarter" idx="1" hasCustomPrompt="1"/>
          </p:nvPr>
        </p:nvSpPr>
        <p:spPr>
          <a:xfrm>
            <a:off x="5345019" y="617219"/>
            <a:ext cx="2484001" cy="760413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985839" indent="-985839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84312" indent="-1214437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20574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5146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1817%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5" name="Текст 34"/>
          <p:cNvSpPr/>
          <p:nvPr>
            <p:ph type="body" sz="quarter" idx="21" hasCustomPrompt="1"/>
          </p:nvPr>
        </p:nvSpPr>
        <p:spPr>
          <a:xfrm>
            <a:off x="5345019" y="1452768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46" name="Текст 4"/>
          <p:cNvSpPr/>
          <p:nvPr>
            <p:ph type="body" sz="quarter" idx="22" hasCustomPrompt="1"/>
          </p:nvPr>
        </p:nvSpPr>
        <p:spPr>
          <a:xfrm>
            <a:off x="8375766" y="617219"/>
            <a:ext cx="2484001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196%</a:t>
            </a:r>
          </a:p>
        </p:txBody>
      </p:sp>
      <p:sp>
        <p:nvSpPr>
          <p:cNvPr id="347" name="Текст 34"/>
          <p:cNvSpPr/>
          <p:nvPr>
            <p:ph type="body" sz="quarter" idx="23" hasCustomPrompt="1"/>
          </p:nvPr>
        </p:nvSpPr>
        <p:spPr>
          <a:xfrm>
            <a:off x="8375766" y="1452768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48" name="Текст 4"/>
          <p:cNvSpPr/>
          <p:nvPr>
            <p:ph type="body" sz="quarter" idx="24" hasCustomPrompt="1"/>
          </p:nvPr>
        </p:nvSpPr>
        <p:spPr>
          <a:xfrm>
            <a:off x="5345019" y="2293322"/>
            <a:ext cx="2484001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1811%</a:t>
            </a:r>
          </a:p>
        </p:txBody>
      </p:sp>
      <p:sp>
        <p:nvSpPr>
          <p:cNvPr id="349" name="Текст 34"/>
          <p:cNvSpPr/>
          <p:nvPr>
            <p:ph type="body" sz="quarter" idx="25" hasCustomPrompt="1"/>
          </p:nvPr>
        </p:nvSpPr>
        <p:spPr>
          <a:xfrm>
            <a:off x="5345019" y="3128871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50" name="Текст 4"/>
          <p:cNvSpPr/>
          <p:nvPr>
            <p:ph type="body" sz="quarter" idx="26" hasCustomPrompt="1"/>
          </p:nvPr>
        </p:nvSpPr>
        <p:spPr>
          <a:xfrm>
            <a:off x="8375766" y="2293322"/>
            <a:ext cx="2484001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119%</a:t>
            </a:r>
          </a:p>
        </p:txBody>
      </p:sp>
      <p:sp>
        <p:nvSpPr>
          <p:cNvPr id="351" name="Текст 34"/>
          <p:cNvSpPr/>
          <p:nvPr>
            <p:ph type="body" sz="quarter" idx="27" hasCustomPrompt="1"/>
          </p:nvPr>
        </p:nvSpPr>
        <p:spPr>
          <a:xfrm>
            <a:off x="8375766" y="3128872"/>
            <a:ext cx="2484001" cy="59785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52" name="Текст 4"/>
          <p:cNvSpPr/>
          <p:nvPr>
            <p:ph type="body" sz="quarter" idx="28" hasCustomPrompt="1"/>
          </p:nvPr>
        </p:nvSpPr>
        <p:spPr>
          <a:xfrm>
            <a:off x="5345019" y="3971488"/>
            <a:ext cx="2484001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1412%</a:t>
            </a:r>
          </a:p>
        </p:txBody>
      </p:sp>
      <p:sp>
        <p:nvSpPr>
          <p:cNvPr id="353" name="Текст 34"/>
          <p:cNvSpPr/>
          <p:nvPr>
            <p:ph type="body" sz="quarter" idx="29" hasCustomPrompt="1"/>
          </p:nvPr>
        </p:nvSpPr>
        <p:spPr>
          <a:xfrm>
            <a:off x="5345019" y="4807039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54" name="Текст 4"/>
          <p:cNvSpPr/>
          <p:nvPr>
            <p:ph type="body" sz="quarter" idx="30" hasCustomPrompt="1"/>
          </p:nvPr>
        </p:nvSpPr>
        <p:spPr>
          <a:xfrm>
            <a:off x="8375766" y="3971488"/>
            <a:ext cx="2484001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135%</a:t>
            </a:r>
          </a:p>
        </p:txBody>
      </p:sp>
      <p:sp>
        <p:nvSpPr>
          <p:cNvPr id="355" name="Текст 34"/>
          <p:cNvSpPr/>
          <p:nvPr>
            <p:ph type="body" sz="quarter" idx="31" hasCustomPrompt="1"/>
          </p:nvPr>
        </p:nvSpPr>
        <p:spPr>
          <a:xfrm>
            <a:off x="8375766" y="4807039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56" name="Текст 34"/>
          <p:cNvSpPr/>
          <p:nvPr>
            <p:ph type="body" sz="quarter" idx="32" hasCustomPrompt="1"/>
          </p:nvPr>
        </p:nvSpPr>
        <p:spPr>
          <a:xfrm>
            <a:off x="671512" y="2496200"/>
            <a:ext cx="3384002" cy="1110561"/>
          </a:xfrm>
          <a:prstGeom prst="rect">
            <a:avLst/>
          </a:prstGeom>
        </p:spPr>
        <p:txBody>
          <a:bodyPr/>
          <a:lstStyle>
            <a:lvl1pPr defTabSz="868680">
              <a:spcBef>
                <a:spcPts val="900"/>
              </a:spcBef>
              <a:defRPr sz="1520"/>
            </a:lvl1pPr>
          </a:lstStyle>
          <a:p>
            <a:pPr/>
            <a:r>
              <a:t>Опишите кратко идеи, подтверждающие основную мысль слайда
Уровень 2</a:t>
            </a:r>
          </a:p>
        </p:txBody>
      </p:sp>
      <p:sp>
        <p:nvSpPr>
          <p:cNvPr id="357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3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9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Уровень текста 1…"/>
          <p:cNvSpPr txBox="1"/>
          <p:nvPr>
            <p:ph type="body" sz="quarter" idx="1" hasCustomPrompt="1"/>
          </p:nvPr>
        </p:nvSpPr>
        <p:spPr>
          <a:xfrm>
            <a:off x="5342973" y="621774"/>
            <a:ext cx="1764001" cy="806454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985839" indent="-985839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84312" indent="-1214437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20574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5146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66" name="Текст 34"/>
          <p:cNvSpPr/>
          <p:nvPr>
            <p:ph type="body" sz="quarter" idx="21" hasCustomPrompt="1"/>
          </p:nvPr>
        </p:nvSpPr>
        <p:spPr>
          <a:xfrm>
            <a:off x="5342973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67" name="Текст 4"/>
          <p:cNvSpPr/>
          <p:nvPr>
            <p:ph type="body" sz="quarter" idx="22" hasCustomPrompt="1"/>
          </p:nvPr>
        </p:nvSpPr>
        <p:spPr>
          <a:xfrm>
            <a:off x="7395992" y="621774"/>
            <a:ext cx="1764001" cy="806454"/>
          </a:xfrm>
          <a:prstGeom prst="rect">
            <a:avLst/>
          </a:prstGeom>
        </p:spPr>
        <p:txBody>
          <a:bodyPr/>
          <a:lstStyle>
            <a:lvl1pPr defTabSz="868680">
              <a:spcBef>
                <a:spcPts val="900"/>
              </a:spcBef>
              <a:defRPr sz="513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68" name="Текст 34"/>
          <p:cNvSpPr/>
          <p:nvPr>
            <p:ph type="body" sz="quarter" idx="23" hasCustomPrompt="1"/>
          </p:nvPr>
        </p:nvSpPr>
        <p:spPr>
          <a:xfrm>
            <a:off x="7395992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69" name="Текст 4"/>
          <p:cNvSpPr/>
          <p:nvPr>
            <p:ph type="body" sz="quarter" idx="24" hasCustomPrompt="1"/>
          </p:nvPr>
        </p:nvSpPr>
        <p:spPr>
          <a:xfrm>
            <a:off x="9445338" y="621774"/>
            <a:ext cx="1764001" cy="806454"/>
          </a:xfrm>
          <a:prstGeom prst="rect">
            <a:avLst/>
          </a:prstGeom>
        </p:spPr>
        <p:txBody>
          <a:bodyPr/>
          <a:lstStyle>
            <a:lvl1pPr defTabSz="868680">
              <a:spcBef>
                <a:spcPts val="900"/>
              </a:spcBef>
              <a:defRPr sz="513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70" name="Текст 34"/>
          <p:cNvSpPr/>
          <p:nvPr>
            <p:ph type="body" sz="quarter" idx="25" hasCustomPrompt="1"/>
          </p:nvPr>
        </p:nvSpPr>
        <p:spPr>
          <a:xfrm>
            <a:off x="9445338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71" name="Текст 4"/>
          <p:cNvSpPr/>
          <p:nvPr>
            <p:ph type="body" sz="quarter" idx="26" hasCustomPrompt="1"/>
          </p:nvPr>
        </p:nvSpPr>
        <p:spPr>
          <a:xfrm>
            <a:off x="5342973" y="2524163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72" name="Текст 34"/>
          <p:cNvSpPr/>
          <p:nvPr>
            <p:ph type="body" sz="quarter" idx="27" hasCustomPrompt="1"/>
          </p:nvPr>
        </p:nvSpPr>
        <p:spPr>
          <a:xfrm>
            <a:off x="5342973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73" name="Текст 4"/>
          <p:cNvSpPr/>
          <p:nvPr>
            <p:ph type="body" sz="quarter" idx="28" hasCustomPrompt="1"/>
          </p:nvPr>
        </p:nvSpPr>
        <p:spPr>
          <a:xfrm>
            <a:off x="7399667" y="2524163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74" name="Текст 34"/>
          <p:cNvSpPr/>
          <p:nvPr>
            <p:ph type="body" sz="quarter" idx="29" hasCustomPrompt="1"/>
          </p:nvPr>
        </p:nvSpPr>
        <p:spPr>
          <a:xfrm>
            <a:off x="7399667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75" name="Текст 4"/>
          <p:cNvSpPr/>
          <p:nvPr>
            <p:ph type="body" sz="quarter" idx="30" hasCustomPrompt="1"/>
          </p:nvPr>
        </p:nvSpPr>
        <p:spPr>
          <a:xfrm>
            <a:off x="9452688" y="2524163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76" name="Текст 34"/>
          <p:cNvSpPr/>
          <p:nvPr>
            <p:ph type="body" sz="quarter" idx="31" hasCustomPrompt="1"/>
          </p:nvPr>
        </p:nvSpPr>
        <p:spPr>
          <a:xfrm>
            <a:off x="9452688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77" name="Текст 4"/>
          <p:cNvSpPr/>
          <p:nvPr>
            <p:ph type="body" sz="quarter" idx="32" hasCustomPrompt="1"/>
          </p:nvPr>
        </p:nvSpPr>
        <p:spPr>
          <a:xfrm>
            <a:off x="5342973" y="4348796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78" name="Текст 34"/>
          <p:cNvSpPr/>
          <p:nvPr>
            <p:ph type="body" sz="quarter" idx="33" hasCustomPrompt="1"/>
          </p:nvPr>
        </p:nvSpPr>
        <p:spPr>
          <a:xfrm>
            <a:off x="5342973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79" name="Текст 4"/>
          <p:cNvSpPr/>
          <p:nvPr>
            <p:ph type="body" sz="quarter" idx="34" hasCustomPrompt="1"/>
          </p:nvPr>
        </p:nvSpPr>
        <p:spPr>
          <a:xfrm>
            <a:off x="7395992" y="4348796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80" name="Текст 34"/>
          <p:cNvSpPr/>
          <p:nvPr>
            <p:ph type="body" sz="quarter" idx="35" hasCustomPrompt="1"/>
          </p:nvPr>
        </p:nvSpPr>
        <p:spPr>
          <a:xfrm>
            <a:off x="7395992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81" name="Текст 4"/>
          <p:cNvSpPr/>
          <p:nvPr>
            <p:ph type="body" sz="quarter" idx="36" hasCustomPrompt="1"/>
          </p:nvPr>
        </p:nvSpPr>
        <p:spPr>
          <a:xfrm>
            <a:off x="9445338" y="4348796"/>
            <a:ext cx="1764001" cy="796382"/>
          </a:xfrm>
          <a:prstGeom prst="rect">
            <a:avLst/>
          </a:prstGeom>
        </p:spPr>
        <p:txBody>
          <a:bodyPr/>
          <a:lstStyle>
            <a:lvl1pPr defTabSz="850391">
              <a:spcBef>
                <a:spcPts val="900"/>
              </a:spcBef>
              <a:defRPr sz="5022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100%</a:t>
            </a:r>
          </a:p>
        </p:txBody>
      </p:sp>
      <p:sp>
        <p:nvSpPr>
          <p:cNvPr id="382" name="Текст 34"/>
          <p:cNvSpPr/>
          <p:nvPr>
            <p:ph type="body" sz="quarter" idx="37" hasCustomPrompt="1"/>
          </p:nvPr>
        </p:nvSpPr>
        <p:spPr>
          <a:xfrm>
            <a:off x="9445338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83" name="Текст 34"/>
          <p:cNvSpPr/>
          <p:nvPr>
            <p:ph type="body" sz="quarter" idx="38" hasCustomPrompt="1"/>
          </p:nvPr>
        </p:nvSpPr>
        <p:spPr>
          <a:xfrm>
            <a:off x="671512" y="2487266"/>
            <a:ext cx="3384002" cy="1110562"/>
          </a:xfrm>
          <a:prstGeom prst="rect">
            <a:avLst/>
          </a:prstGeom>
        </p:spPr>
        <p:txBody>
          <a:bodyPr/>
          <a:lstStyle>
            <a:lvl1pPr defTabSz="868680">
              <a:spcBef>
                <a:spcPts val="900"/>
              </a:spcBef>
              <a:defRPr sz="1520"/>
            </a:lvl1pPr>
          </a:lstStyle>
          <a:p>
            <a:pPr/>
            <a:r>
              <a:t>Опишите кратко идеи, подтверждающие основную мысль слайда
Уровень 2</a:t>
            </a:r>
          </a:p>
        </p:txBody>
      </p:sp>
      <p:sp>
        <p:nvSpPr>
          <p:cNvPr id="384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3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Уровень текста 1…"/>
          <p:cNvSpPr txBox="1"/>
          <p:nvPr>
            <p:ph type="body" sz="quarter" idx="1" hasCustomPrompt="1"/>
          </p:nvPr>
        </p:nvSpPr>
        <p:spPr>
          <a:xfrm>
            <a:off x="671512" y="2052228"/>
            <a:ext cx="2575862" cy="760414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985839" indent="-985839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484312" indent="-1214437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20574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514600" indent="-685800">
              <a:defRPr sz="5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1817%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93" name="Текст 34"/>
          <p:cNvSpPr/>
          <p:nvPr>
            <p:ph type="body" sz="quarter" idx="21" hasCustomPrompt="1"/>
          </p:nvPr>
        </p:nvSpPr>
        <p:spPr>
          <a:xfrm>
            <a:off x="671512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94" name="Текст 4"/>
          <p:cNvSpPr/>
          <p:nvPr>
            <p:ph type="body" sz="quarter" idx="22" hasCustomPrompt="1"/>
          </p:nvPr>
        </p:nvSpPr>
        <p:spPr>
          <a:xfrm>
            <a:off x="3433450" y="2052228"/>
            <a:ext cx="2575862" cy="760414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898%</a:t>
            </a:r>
          </a:p>
        </p:txBody>
      </p:sp>
      <p:sp>
        <p:nvSpPr>
          <p:cNvPr id="395" name="Текст 34"/>
          <p:cNvSpPr/>
          <p:nvPr>
            <p:ph type="body" sz="quarter" idx="23" hasCustomPrompt="1"/>
          </p:nvPr>
        </p:nvSpPr>
        <p:spPr>
          <a:xfrm>
            <a:off x="3433450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96" name="Текст 4"/>
          <p:cNvSpPr/>
          <p:nvPr>
            <p:ph type="body" sz="quarter" idx="24" hasCustomPrompt="1"/>
          </p:nvPr>
        </p:nvSpPr>
        <p:spPr>
          <a:xfrm>
            <a:off x="6195388" y="2052228"/>
            <a:ext cx="2575862" cy="760414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1431%</a:t>
            </a:r>
          </a:p>
        </p:txBody>
      </p:sp>
      <p:sp>
        <p:nvSpPr>
          <p:cNvPr id="397" name="Текст 34"/>
          <p:cNvSpPr/>
          <p:nvPr>
            <p:ph type="body" sz="quarter" idx="25" hasCustomPrompt="1"/>
          </p:nvPr>
        </p:nvSpPr>
        <p:spPr>
          <a:xfrm>
            <a:off x="6195388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398" name="Текст 4"/>
          <p:cNvSpPr/>
          <p:nvPr>
            <p:ph type="body" sz="quarter" idx="26" hasCustomPrompt="1"/>
          </p:nvPr>
        </p:nvSpPr>
        <p:spPr>
          <a:xfrm>
            <a:off x="8957326" y="2052228"/>
            <a:ext cx="2575862" cy="760414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479%</a:t>
            </a:r>
          </a:p>
        </p:txBody>
      </p:sp>
      <p:sp>
        <p:nvSpPr>
          <p:cNvPr id="399" name="Текст 34"/>
          <p:cNvSpPr/>
          <p:nvPr>
            <p:ph type="body" sz="quarter" idx="27" hasCustomPrompt="1"/>
          </p:nvPr>
        </p:nvSpPr>
        <p:spPr>
          <a:xfrm>
            <a:off x="8957326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400" name="Текст 4"/>
          <p:cNvSpPr/>
          <p:nvPr>
            <p:ph type="body" sz="quarter" idx="28" hasCustomPrompt="1"/>
          </p:nvPr>
        </p:nvSpPr>
        <p:spPr>
          <a:xfrm>
            <a:off x="671512" y="4142061"/>
            <a:ext cx="2575862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1817%</a:t>
            </a:r>
          </a:p>
        </p:txBody>
      </p:sp>
      <p:sp>
        <p:nvSpPr>
          <p:cNvPr id="401" name="Текст 34"/>
          <p:cNvSpPr/>
          <p:nvPr>
            <p:ph type="body" sz="quarter" idx="29" hasCustomPrompt="1"/>
          </p:nvPr>
        </p:nvSpPr>
        <p:spPr>
          <a:xfrm>
            <a:off x="671512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402" name="Текст 4"/>
          <p:cNvSpPr/>
          <p:nvPr>
            <p:ph type="body" sz="quarter" idx="30" hasCustomPrompt="1"/>
          </p:nvPr>
        </p:nvSpPr>
        <p:spPr>
          <a:xfrm>
            <a:off x="3433450" y="4142061"/>
            <a:ext cx="2575862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898%</a:t>
            </a:r>
          </a:p>
        </p:txBody>
      </p:sp>
      <p:sp>
        <p:nvSpPr>
          <p:cNvPr id="403" name="Текст 34"/>
          <p:cNvSpPr/>
          <p:nvPr>
            <p:ph type="body" sz="quarter" idx="31" hasCustomPrompt="1"/>
          </p:nvPr>
        </p:nvSpPr>
        <p:spPr>
          <a:xfrm>
            <a:off x="3433450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404" name="Текст 4"/>
          <p:cNvSpPr/>
          <p:nvPr>
            <p:ph type="body" sz="quarter" idx="32" hasCustomPrompt="1"/>
          </p:nvPr>
        </p:nvSpPr>
        <p:spPr>
          <a:xfrm>
            <a:off x="6195388" y="4142061"/>
            <a:ext cx="2575862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413%</a:t>
            </a:r>
          </a:p>
        </p:txBody>
      </p:sp>
      <p:sp>
        <p:nvSpPr>
          <p:cNvPr id="405" name="Текст 34"/>
          <p:cNvSpPr/>
          <p:nvPr>
            <p:ph type="body" sz="quarter" idx="33" hasCustomPrompt="1"/>
          </p:nvPr>
        </p:nvSpPr>
        <p:spPr>
          <a:xfrm>
            <a:off x="6195388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406" name="Текст 4"/>
          <p:cNvSpPr/>
          <p:nvPr>
            <p:ph type="body" sz="quarter" idx="34" hasCustomPrompt="1"/>
          </p:nvPr>
        </p:nvSpPr>
        <p:spPr>
          <a:xfrm>
            <a:off x="8957326" y="4142061"/>
            <a:ext cx="2575862" cy="760413"/>
          </a:xfrm>
          <a:prstGeom prst="rect">
            <a:avLst/>
          </a:prstGeom>
        </p:spPr>
        <p:txBody>
          <a:bodyPr/>
          <a:lstStyle>
            <a:lvl1pPr defTabSz="813816">
              <a:spcBef>
                <a:spcPts val="800"/>
              </a:spcBef>
              <a:defRPr sz="4806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379%</a:t>
            </a:r>
          </a:p>
        </p:txBody>
      </p:sp>
      <p:sp>
        <p:nvSpPr>
          <p:cNvPr id="407" name="Текст 34"/>
          <p:cNvSpPr/>
          <p:nvPr>
            <p:ph type="body" sz="quarter" idx="35" hasCustomPrompt="1"/>
          </p:nvPr>
        </p:nvSpPr>
        <p:spPr>
          <a:xfrm>
            <a:off x="8957326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  <a:r>
              <a:t>кратко опишите фактоиды</a:t>
            </a:r>
          </a:p>
        </p:txBody>
      </p:sp>
      <p:sp>
        <p:nvSpPr>
          <p:cNvPr id="408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68555" cy="628404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40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Мокап телефона (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52707" y="570015"/>
            <a:ext cx="2813040" cy="5889802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Рисунок 4"/>
          <p:cNvSpPr/>
          <p:nvPr>
            <p:ph type="pic" sz="quarter" idx="21"/>
          </p:nvPr>
        </p:nvSpPr>
        <p:spPr>
          <a:xfrm>
            <a:off x="7764499" y="997907"/>
            <a:ext cx="2389453" cy="5034018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18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9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42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1 androi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31474" y="570015"/>
            <a:ext cx="2813040" cy="5889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8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46098" y="570015"/>
            <a:ext cx="2813040" cy="5889802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0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431" name="Рисунок 4"/>
          <p:cNvSpPr/>
          <p:nvPr>
            <p:ph type="pic" sz="quarter" idx="21"/>
          </p:nvPr>
        </p:nvSpPr>
        <p:spPr>
          <a:xfrm>
            <a:off x="9057892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2" name="Рисунок 4"/>
          <p:cNvSpPr/>
          <p:nvPr>
            <p:ph type="pic" sz="quarter" idx="22"/>
          </p:nvPr>
        </p:nvSpPr>
        <p:spPr>
          <a:xfrm>
            <a:off x="6343267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2 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3294" y="570015"/>
            <a:ext cx="2813039" cy="58898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1" name="Рисунок 2" descr="Рисунок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57918" y="570015"/>
            <a:ext cx="2813040" cy="5889802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Уровень текста 1…"/>
          <p:cNvSpPr txBox="1"/>
          <p:nvPr>
            <p:ph type="body" sz="half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3" name="Заголовок – главная мысль слайда"/>
          <p:cNvSpPr txBox="1"/>
          <p:nvPr>
            <p:ph type="title" hasCustomPrompt="1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444" name="Рисунок 4"/>
          <p:cNvSpPr/>
          <p:nvPr>
            <p:ph type="pic" sz="quarter" idx="21"/>
          </p:nvPr>
        </p:nvSpPr>
        <p:spPr>
          <a:xfrm>
            <a:off x="3469713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45" name="Рисунок 4"/>
          <p:cNvSpPr/>
          <p:nvPr>
            <p:ph type="pic" sz="quarter" idx="22"/>
          </p:nvPr>
        </p:nvSpPr>
        <p:spPr>
          <a:xfrm>
            <a:off x="755088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4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Увеличенный мокап телефона (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5501" y="510641"/>
            <a:ext cx="4095037" cy="8573984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Рисунок 4"/>
          <p:cNvSpPr/>
          <p:nvPr>
            <p:ph type="pic" sz="half" idx="21"/>
          </p:nvPr>
        </p:nvSpPr>
        <p:spPr>
          <a:xfrm>
            <a:off x="7274308" y="1146776"/>
            <a:ext cx="3457423" cy="732033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55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56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45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Мокап телефон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65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pic>
        <p:nvPicPr>
          <p:cNvPr id="466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82420" y="452281"/>
            <a:ext cx="3174792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467" name="Рисунок 2"/>
          <p:cNvSpPr/>
          <p:nvPr>
            <p:ph type="pic" sz="quarter" idx="21"/>
          </p:nvPr>
        </p:nvSpPr>
        <p:spPr>
          <a:xfrm>
            <a:off x="7951157" y="814745"/>
            <a:ext cx="2430753" cy="526077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76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pic>
        <p:nvPicPr>
          <p:cNvPr id="477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05642" y="452281"/>
            <a:ext cx="3174792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Рисунок 2"/>
          <p:cNvSpPr/>
          <p:nvPr>
            <p:ph type="pic" sz="quarter" idx="21"/>
          </p:nvPr>
        </p:nvSpPr>
        <p:spPr>
          <a:xfrm>
            <a:off x="6174378" y="814745"/>
            <a:ext cx="2430753" cy="526077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79" name="Рисунок 3" descr="Рисунок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14156" y="452281"/>
            <a:ext cx="3174792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480" name="Рисунок 4"/>
          <p:cNvSpPr/>
          <p:nvPr>
            <p:ph type="pic" sz="quarter" idx="22"/>
          </p:nvPr>
        </p:nvSpPr>
        <p:spPr>
          <a:xfrm>
            <a:off x="8982892" y="814745"/>
            <a:ext cx="2430753" cy="526077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Уровень текста 1…"/>
          <p:cNvSpPr txBox="1"/>
          <p:nvPr>
            <p:ph type="body" sz="half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89" name="Заголовок – главная мысль слайда"/>
          <p:cNvSpPr txBox="1"/>
          <p:nvPr>
            <p:ph type="title" hasCustomPrompt="1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pic>
        <p:nvPicPr>
          <p:cNvPr id="490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3745" y="452281"/>
            <a:ext cx="3174791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Рисунок 2"/>
          <p:cNvSpPr/>
          <p:nvPr>
            <p:ph type="pic" sz="quarter" idx="21"/>
          </p:nvPr>
        </p:nvSpPr>
        <p:spPr>
          <a:xfrm>
            <a:off x="792480" y="814745"/>
            <a:ext cx="2430754" cy="526077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92" name="Рисунок 3" descr="Рисунок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2258" y="452281"/>
            <a:ext cx="3174792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Рисунок 4"/>
          <p:cNvSpPr/>
          <p:nvPr>
            <p:ph type="pic" sz="quarter" idx="22"/>
          </p:nvPr>
        </p:nvSpPr>
        <p:spPr>
          <a:xfrm>
            <a:off x="3600994" y="814745"/>
            <a:ext cx="2430754" cy="526077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9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Увеличенный мокап телефон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39499" y="335857"/>
            <a:ext cx="4496789" cy="8486221"/>
          </a:xfrm>
          <a:prstGeom prst="rect">
            <a:avLst/>
          </a:prstGeom>
          <a:ln w="12700">
            <a:miter lim="400000"/>
          </a:ln>
        </p:spPr>
      </p:pic>
      <p:sp>
        <p:nvSpPr>
          <p:cNvPr id="502" name="Рисунок 2"/>
          <p:cNvSpPr/>
          <p:nvPr>
            <p:ph type="pic" sz="half" idx="21"/>
          </p:nvPr>
        </p:nvSpPr>
        <p:spPr>
          <a:xfrm>
            <a:off x="7465328" y="860766"/>
            <a:ext cx="3441004" cy="7447212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03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04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0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криншот (16: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Рисунок 12"/>
          <p:cNvSpPr/>
          <p:nvPr>
            <p:ph type="pic" sz="half" idx="21"/>
          </p:nvPr>
        </p:nvSpPr>
        <p:spPr>
          <a:xfrm>
            <a:off x="5671079" y="2083205"/>
            <a:ext cx="5866490" cy="359961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513" name="Рисунок 1" descr="Рисунок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76900" y="1773238"/>
            <a:ext cx="5868988" cy="309968"/>
          </a:xfrm>
          <a:prstGeom prst="rect">
            <a:avLst/>
          </a:prstGeom>
          <a:ln w="12700">
            <a:miter lim="400000"/>
          </a:ln>
        </p:spPr>
      </p:pic>
      <p:sp>
        <p:nvSpPr>
          <p:cNvPr id="514" name="Уровень текста 1…"/>
          <p:cNvSpPr txBox="1"/>
          <p:nvPr>
            <p:ph type="body" sz="half" idx="1"/>
          </p:nvPr>
        </p:nvSpPr>
        <p:spPr>
          <a:xfrm>
            <a:off x="671514" y="177323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15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10868555" cy="679450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1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скриншот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Уровень текста 1…"/>
          <p:cNvSpPr txBox="1"/>
          <p:nvPr>
            <p:ph type="body" sz="half" idx="1" hasCustomPrompt="1"/>
          </p:nvPr>
        </p:nvSpPr>
        <p:spPr>
          <a:xfrm>
            <a:off x="6096000" y="692150"/>
            <a:ext cx="5437188" cy="5508625"/>
          </a:xfrm>
          <a:prstGeom prst="rect">
            <a:avLst/>
          </a:prstGeom>
        </p:spPr>
        <p:txBody>
          <a:bodyPr/>
          <a:lstStyle/>
          <a:p>
            <a:pPr/>
            <a:r>
              <a:t>Объект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24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25" name="Текст 2"/>
          <p:cNvSpPr/>
          <p:nvPr>
            <p:ph type="body" sz="half" idx="21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Рисунок 12"/>
          <p:cNvSpPr/>
          <p:nvPr>
            <p:ph type="pic" idx="2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4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35" name="Уровень текста 1…"/>
          <p:cNvSpPr txBox="1"/>
          <p:nvPr>
            <p:ph type="body" sz="half" idx="1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Рисунок 12"/>
          <p:cNvSpPr/>
          <p:nvPr>
            <p:ph type="pic" idx="2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44" name="Заголовок – главная мысль слайда"/>
          <p:cNvSpPr txBox="1"/>
          <p:nvPr>
            <p:ph type="title" hasCustomPrompt="1"/>
          </p:nvPr>
        </p:nvSpPr>
        <p:spPr>
          <a:xfrm>
            <a:off x="6870171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45" name="Уровень текста 1…"/>
          <p:cNvSpPr txBox="1"/>
          <p:nvPr>
            <p:ph type="body" sz="half" idx="1"/>
          </p:nvPr>
        </p:nvSpPr>
        <p:spPr>
          <a:xfrm>
            <a:off x="6864350" y="2018599"/>
            <a:ext cx="4649787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4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ото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Рисунок 12"/>
          <p:cNvSpPr/>
          <p:nvPr>
            <p:ph type="pic" sz="half" idx="21"/>
          </p:nvPr>
        </p:nvSpPr>
        <p:spPr>
          <a:xfrm>
            <a:off x="6096000" y="692151"/>
            <a:ext cx="5437188" cy="41821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54" name="Уровень текста 1…"/>
          <p:cNvSpPr txBox="1"/>
          <p:nvPr>
            <p:ph type="body" sz="quarter" idx="1" hasCustomPrompt="1"/>
          </p:nvPr>
        </p:nvSpPr>
        <p:spPr>
          <a:xfrm>
            <a:off x="6096000" y="5147214"/>
            <a:ext cx="5449888" cy="3528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328613" indent="-328613">
              <a:lnSpc>
                <a:spcPct val="100000"/>
              </a:lnSpc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674687" indent="-404812">
              <a:lnSpc>
                <a:spcPct val="100000"/>
              </a:lnSpc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1600200" indent="-228600">
              <a:lnSpc>
                <a:spcPct val="100000"/>
              </a:lnSpc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057400" indent="-228600">
              <a:lnSpc>
                <a:spcPct val="100000"/>
              </a:lnSpc>
              <a:defRPr sz="18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Заголовок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55" name="Текст 5"/>
          <p:cNvSpPr/>
          <p:nvPr>
            <p:ph type="body" sz="quarter" idx="22" hasCustomPrompt="1"/>
          </p:nvPr>
        </p:nvSpPr>
        <p:spPr>
          <a:xfrm>
            <a:off x="6096000" y="5553075"/>
            <a:ext cx="5449888" cy="684214"/>
          </a:xfrm>
          <a:prstGeom prst="rect">
            <a:avLst/>
          </a:prstGeom>
        </p:spPr>
        <p:txBody>
          <a:bodyPr/>
          <a:lstStyle/>
          <a:p>
            <a:pPr/>
            <a:r>
              <a:t>Кратко сформулируйте главную мысль</a:t>
            </a:r>
          </a:p>
        </p:txBody>
      </p:sp>
      <p:sp>
        <p:nvSpPr>
          <p:cNvPr id="556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57" name="Текст 2"/>
          <p:cNvSpPr/>
          <p:nvPr>
            <p:ph type="body" sz="half" idx="23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в круж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Рисунок 12"/>
          <p:cNvSpPr/>
          <p:nvPr>
            <p:ph type="pic" sz="quarter" idx="21"/>
          </p:nvPr>
        </p:nvSpPr>
        <p:spPr>
          <a:xfrm>
            <a:off x="1608083" y="1773236"/>
            <a:ext cx="3156226" cy="31562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66" name="Напишите основную мысль"/>
          <p:cNvSpPr txBox="1"/>
          <p:nvPr>
            <p:ph type="title" hasCustomPrompt="1"/>
          </p:nvPr>
        </p:nvSpPr>
        <p:spPr>
          <a:xfrm>
            <a:off x="5340350" y="2201187"/>
            <a:ext cx="4891857" cy="1063403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Напишите основную мысль</a:t>
            </a:r>
          </a:p>
        </p:txBody>
      </p:sp>
      <p:sp>
        <p:nvSpPr>
          <p:cNvPr id="567" name="Уровень текста 1…"/>
          <p:cNvSpPr txBox="1"/>
          <p:nvPr>
            <p:ph type="body" sz="quarter" idx="1" hasCustomPrompt="1"/>
          </p:nvPr>
        </p:nvSpPr>
        <p:spPr>
          <a:xfrm>
            <a:off x="5337597" y="3441163"/>
            <a:ext cx="4894516" cy="1172237"/>
          </a:xfrm>
          <a:prstGeom prst="rect">
            <a:avLst/>
          </a:prstGeom>
        </p:spPr>
        <p:txBody>
          <a:bodyPr/>
          <a:lstStyle>
            <a:lvl2pPr marL="261257" indent="-261257"/>
          </a:lstStyle>
          <a:p>
            <a:pPr/>
            <a:r>
              <a:t>Опишите кратко идеи, подтверждающие основную мысль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6 сообщест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Рисунок 33"/>
          <p:cNvSpPr/>
          <p:nvPr>
            <p:ph type="pic" sz="quarter" idx="21"/>
          </p:nvPr>
        </p:nvSpPr>
        <p:spPr>
          <a:xfrm>
            <a:off x="5349730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6" name="Рисунок 34"/>
          <p:cNvSpPr/>
          <p:nvPr>
            <p:ph type="pic" sz="quarter" idx="22"/>
          </p:nvPr>
        </p:nvSpPr>
        <p:spPr>
          <a:xfrm>
            <a:off x="6950626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7" name="Рисунок 36"/>
          <p:cNvSpPr/>
          <p:nvPr>
            <p:ph type="pic" sz="quarter" idx="23"/>
          </p:nvPr>
        </p:nvSpPr>
        <p:spPr>
          <a:xfrm>
            <a:off x="8511196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8" name="Рисунок 37"/>
          <p:cNvSpPr/>
          <p:nvPr>
            <p:ph type="pic" sz="quarter" idx="24"/>
          </p:nvPr>
        </p:nvSpPr>
        <p:spPr>
          <a:xfrm>
            <a:off x="10112093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9" name="Рисунок 33"/>
          <p:cNvSpPr/>
          <p:nvPr>
            <p:ph type="pic" sz="quarter" idx="25"/>
          </p:nvPr>
        </p:nvSpPr>
        <p:spPr>
          <a:xfrm>
            <a:off x="5349730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0" name="Рисунок 34"/>
          <p:cNvSpPr/>
          <p:nvPr>
            <p:ph type="pic" sz="quarter" idx="26"/>
          </p:nvPr>
        </p:nvSpPr>
        <p:spPr>
          <a:xfrm>
            <a:off x="6950626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1" name="Рисунок 36"/>
          <p:cNvSpPr/>
          <p:nvPr>
            <p:ph type="pic" sz="quarter" idx="27"/>
          </p:nvPr>
        </p:nvSpPr>
        <p:spPr>
          <a:xfrm>
            <a:off x="8511196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2" name="Рисунок 37"/>
          <p:cNvSpPr/>
          <p:nvPr>
            <p:ph type="pic" sz="quarter" idx="28"/>
          </p:nvPr>
        </p:nvSpPr>
        <p:spPr>
          <a:xfrm>
            <a:off x="10112093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3" name="Рисунок 33"/>
          <p:cNvSpPr/>
          <p:nvPr>
            <p:ph type="pic" sz="quarter" idx="29"/>
          </p:nvPr>
        </p:nvSpPr>
        <p:spPr>
          <a:xfrm>
            <a:off x="5349730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4" name="Рисунок 34"/>
          <p:cNvSpPr/>
          <p:nvPr>
            <p:ph type="pic" sz="quarter" idx="30"/>
          </p:nvPr>
        </p:nvSpPr>
        <p:spPr>
          <a:xfrm>
            <a:off x="6950626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5" name="Рисунок 36"/>
          <p:cNvSpPr/>
          <p:nvPr>
            <p:ph type="pic" sz="quarter" idx="31"/>
          </p:nvPr>
        </p:nvSpPr>
        <p:spPr>
          <a:xfrm>
            <a:off x="8511196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6" name="Рисунок 37"/>
          <p:cNvSpPr/>
          <p:nvPr>
            <p:ph type="pic" sz="quarter" idx="32"/>
          </p:nvPr>
        </p:nvSpPr>
        <p:spPr>
          <a:xfrm>
            <a:off x="10112093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7" name="Рисунок 33"/>
          <p:cNvSpPr/>
          <p:nvPr>
            <p:ph type="pic" sz="quarter" idx="33"/>
          </p:nvPr>
        </p:nvSpPr>
        <p:spPr>
          <a:xfrm>
            <a:off x="5349730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8" name="Рисунок 34"/>
          <p:cNvSpPr/>
          <p:nvPr>
            <p:ph type="pic" sz="quarter" idx="34"/>
          </p:nvPr>
        </p:nvSpPr>
        <p:spPr>
          <a:xfrm>
            <a:off x="6950626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9" name="Рисунок 36"/>
          <p:cNvSpPr/>
          <p:nvPr>
            <p:ph type="pic" sz="quarter" idx="35"/>
          </p:nvPr>
        </p:nvSpPr>
        <p:spPr>
          <a:xfrm>
            <a:off x="8511196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90" name="Рисунок 37"/>
          <p:cNvSpPr/>
          <p:nvPr>
            <p:ph type="pic" sz="quarter" idx="36"/>
          </p:nvPr>
        </p:nvSpPr>
        <p:spPr>
          <a:xfrm>
            <a:off x="10112093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91" name="Уровень текста 1…"/>
          <p:cNvSpPr txBox="1"/>
          <p:nvPr>
            <p:ph type="body" sz="quarter" idx="1" hasCustomPrompt="1"/>
          </p:nvPr>
        </p:nvSpPr>
        <p:spPr>
          <a:xfrm>
            <a:off x="671512" y="2550946"/>
            <a:ext cx="3371851" cy="3686341"/>
          </a:xfrm>
          <a:prstGeom prst="rect">
            <a:avLst/>
          </a:prstGeom>
        </p:spPr>
        <p:txBody>
          <a:bodyPr/>
          <a:lstStyle>
            <a:lvl2pPr marL="261257" indent="-261257"/>
          </a:lstStyle>
          <a:p>
            <a:pPr/>
            <a:r>
              <a:t>Опишите кратко идеи, подтверждающие основную мысль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92" name="Заголовок – главная мысль слайда"/>
          <p:cNvSpPr txBox="1"/>
          <p:nvPr>
            <p:ph type="title" hasCustomPrompt="1"/>
          </p:nvPr>
        </p:nvSpPr>
        <p:spPr>
          <a:xfrm>
            <a:off x="677333" y="692148"/>
            <a:ext cx="3366031" cy="170815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Заголовок – главная мысль слайда </a:t>
            </a:r>
          </a:p>
        </p:txBody>
      </p:sp>
      <p:sp>
        <p:nvSpPr>
          <p:cNvPr id="59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Box 17"/>
          <p:cNvSpPr txBox="1"/>
          <p:nvPr/>
        </p:nvSpPr>
        <p:spPr>
          <a:xfrm>
            <a:off x="3105308" y="-1049150"/>
            <a:ext cx="1876110" cy="457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800">
                <a:solidFill>
                  <a:schemeClr val="accent1"/>
                </a:solidFill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«</a:t>
            </a:r>
          </a:p>
        </p:txBody>
      </p:sp>
      <p:sp>
        <p:nvSpPr>
          <p:cNvPr id="601" name="Уровень текста 1…"/>
          <p:cNvSpPr txBox="1"/>
          <p:nvPr>
            <p:ph type="body" sz="quarter" idx="1" hasCustomPrompt="1"/>
          </p:nvPr>
        </p:nvSpPr>
        <p:spPr>
          <a:xfrm>
            <a:off x="5346701" y="711408"/>
            <a:ext cx="6199187" cy="106183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657226" indent="-657226">
              <a:defRPr sz="36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079500" indent="-809625">
              <a:defRPr sz="36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1828800" indent="-457200">
              <a:defRPr sz="36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286000" indent="-457200">
              <a:defRPr sz="36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Цитата: ключевая мысль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02" name="Рисунок 33"/>
          <p:cNvSpPr/>
          <p:nvPr>
            <p:ph type="pic" sz="quarter" idx="21"/>
          </p:nvPr>
        </p:nvSpPr>
        <p:spPr>
          <a:xfrm>
            <a:off x="671513" y="800101"/>
            <a:ext cx="3370772" cy="337155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03" name="Name + Surname"/>
          <p:cNvSpPr/>
          <p:nvPr>
            <p:ph type="body" sz="quarter" idx="22" hasCustomPrompt="1"/>
          </p:nvPr>
        </p:nvSpPr>
        <p:spPr>
          <a:xfrm>
            <a:off x="672591" y="4580421"/>
            <a:ext cx="3372027" cy="88823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Имя  и фамилия</a:t>
            </a:r>
          </a:p>
        </p:txBody>
      </p:sp>
      <p:sp>
        <p:nvSpPr>
          <p:cNvPr id="604" name="Position"/>
          <p:cNvSpPr/>
          <p:nvPr>
            <p:ph type="body" sz="quarter" idx="23" hasCustomPrompt="1"/>
          </p:nvPr>
        </p:nvSpPr>
        <p:spPr>
          <a:xfrm>
            <a:off x="672591" y="5490167"/>
            <a:ext cx="3370772" cy="71060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Название должности</a:t>
            </a:r>
          </a:p>
        </p:txBody>
      </p:sp>
      <p:sp>
        <p:nvSpPr>
          <p:cNvPr id="605" name="Body Text"/>
          <p:cNvSpPr/>
          <p:nvPr>
            <p:ph type="body" sz="half" idx="24" hasCustomPrompt="1"/>
          </p:nvPr>
        </p:nvSpPr>
        <p:spPr>
          <a:xfrm>
            <a:off x="5346701" y="1983399"/>
            <a:ext cx="6194152" cy="4166099"/>
          </a:xfrm>
          <a:prstGeom prst="rect">
            <a:avLst/>
          </a:prstGeom>
        </p:spPr>
        <p:txBody>
          <a:bodyPr/>
          <a:lstStyle/>
          <a:p>
            <a:pPr/>
            <a:r>
              <a:t>Опишите кратко идеи, подтверждающие основную мысль слайда
Уровень 2
Уровень 3</a:t>
            </a:r>
          </a:p>
        </p:txBody>
      </p:sp>
      <p:sp>
        <p:nvSpPr>
          <p:cNvPr id="60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Уровень текста 1…"/>
          <p:cNvSpPr txBox="1"/>
          <p:nvPr>
            <p:ph type="body" sz="quarter" idx="1" hasCustomPrompt="1"/>
          </p:nvPr>
        </p:nvSpPr>
        <p:spPr>
          <a:xfrm>
            <a:off x="3359150" y="692151"/>
            <a:ext cx="8174039" cy="16096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  <a:lvl2pPr marL="803276" indent="-80327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2pPr>
            <a:lvl3pPr marL="1259416" indent="-989541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3pPr>
            <a:lvl4pPr marL="1930400" indent="-558800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4pPr>
            <a:lvl5pPr marL="2387600" indent="-558800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5pPr>
          </a:lstStyle>
          <a:p>
            <a:pPr/>
            <a:r>
              <a:t>Цитата: ключевая мысль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4" name="Name + Surname"/>
          <p:cNvSpPr/>
          <p:nvPr>
            <p:ph type="body" sz="quarter" idx="21" hasCustomPrompt="1"/>
          </p:nvPr>
        </p:nvSpPr>
        <p:spPr>
          <a:xfrm>
            <a:off x="3359150" y="5738829"/>
            <a:ext cx="8200515" cy="46194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accent1"/>
                </a:solidFill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Имя и фамилия</a:t>
            </a:r>
          </a:p>
        </p:txBody>
      </p:sp>
      <p:sp>
        <p:nvSpPr>
          <p:cNvPr id="615" name="Body Text"/>
          <p:cNvSpPr/>
          <p:nvPr>
            <p:ph type="body" sz="quarter" idx="22" hasCustomPrompt="1"/>
          </p:nvPr>
        </p:nvSpPr>
        <p:spPr>
          <a:xfrm>
            <a:off x="3366813" y="2459421"/>
            <a:ext cx="8174040" cy="160961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VK Sans Display Medium"/>
                <a:ea typeface="VK Sans Display Medium"/>
                <a:cs typeface="VK Sans Display Medium"/>
                <a:sym typeface="VK Sans Display Medium"/>
              </a:defRPr>
            </a:lvl1pPr>
          </a:lstStyle>
          <a:p>
            <a:pPr/>
            <a:r>
              <a:t>Опишите кратко идеи,  подтверждающие основную мысль слайда</a:t>
            </a:r>
          </a:p>
        </p:txBody>
      </p:sp>
      <p:sp>
        <p:nvSpPr>
          <p:cNvPr id="616" name="TextBox 11"/>
          <p:cNvSpPr txBox="1"/>
          <p:nvPr/>
        </p:nvSpPr>
        <p:spPr>
          <a:xfrm>
            <a:off x="635951" y="-1049151"/>
            <a:ext cx="1876110" cy="457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800">
                <a:solidFill>
                  <a:schemeClr val="accent1"/>
                </a:solidFill>
                <a:latin typeface="VK Sans Display DemiBold"/>
                <a:ea typeface="VK Sans Display DemiBold"/>
                <a:cs typeface="VK Sans Display DemiBold"/>
                <a:sym typeface="VK Sans Display DemiBold"/>
              </a:defRPr>
            </a:lvl1pPr>
          </a:lstStyle>
          <a:p>
            <a:pPr/>
            <a:r>
              <a:t>«</a:t>
            </a:r>
          </a:p>
        </p:txBody>
      </p:sp>
      <p:sp>
        <p:nvSpPr>
          <p:cNvPr id="6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лайд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Спасибо за внимание!"/>
          <p:cNvSpPr txBox="1"/>
          <p:nvPr>
            <p:ph type="title" hasCustomPrompt="1"/>
          </p:nvPr>
        </p:nvSpPr>
        <p:spPr>
          <a:xfrm>
            <a:off x="620712" y="583317"/>
            <a:ext cx="5475289" cy="182819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Спасибо за внимание!</a:t>
            </a:r>
          </a:p>
        </p:txBody>
      </p:sp>
      <p:grpSp>
        <p:nvGrpSpPr>
          <p:cNvPr id="629" name="Группа 6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627" name="Группа 8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625" name="Полилиния 10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chemeClr val="accent6">
                  <a:lumOff val="3921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>
                  <a:defRPr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626" name="Полилиния 11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</p:grpSp>
        <p:sp>
          <p:nvSpPr>
            <p:cNvPr id="628" name="Полилиния 9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650" name="Группа 67"/>
          <p:cNvGrpSpPr/>
          <p:nvPr/>
        </p:nvGrpSpPr>
        <p:grpSpPr>
          <a:xfrm>
            <a:off x="6449857" y="-1"/>
            <a:ext cx="5680149" cy="6857997"/>
            <a:chOff x="0" y="0"/>
            <a:chExt cx="5680148" cy="6857997"/>
          </a:xfrm>
        </p:grpSpPr>
        <p:sp>
          <p:nvSpPr>
            <p:cNvPr id="630" name="Полилиния 68"/>
            <p:cNvSpPr/>
            <p:nvPr/>
          </p:nvSpPr>
          <p:spPr>
            <a:xfrm>
              <a:off x="0" y="-1"/>
              <a:ext cx="1062500" cy="137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7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1" name="Полилиния 69"/>
            <p:cNvSpPr/>
            <p:nvPr/>
          </p:nvSpPr>
          <p:spPr>
            <a:xfrm>
              <a:off x="1539218" y="-1"/>
              <a:ext cx="1062492" cy="137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7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2" name="Полилиния 70"/>
            <p:cNvSpPr/>
            <p:nvPr/>
          </p:nvSpPr>
          <p:spPr>
            <a:xfrm>
              <a:off x="3078404" y="-1"/>
              <a:ext cx="1062501" cy="137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7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3" name="Полилиния 71"/>
            <p:cNvSpPr/>
            <p:nvPr/>
          </p:nvSpPr>
          <p:spPr>
            <a:xfrm>
              <a:off x="4617649" y="-1"/>
              <a:ext cx="1062500" cy="1371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7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4" name="Полилиния 72"/>
            <p:cNvSpPr/>
            <p:nvPr/>
          </p:nvSpPr>
          <p:spPr>
            <a:xfrm>
              <a:off x="0" y="1371549"/>
              <a:ext cx="1062500" cy="1371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7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5" name="Полилиния 73"/>
            <p:cNvSpPr/>
            <p:nvPr/>
          </p:nvSpPr>
          <p:spPr>
            <a:xfrm>
              <a:off x="1539218" y="1371549"/>
              <a:ext cx="1062492" cy="1371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7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6" name="Полилиния 74"/>
            <p:cNvSpPr/>
            <p:nvPr/>
          </p:nvSpPr>
          <p:spPr>
            <a:xfrm>
              <a:off x="3078404" y="1371549"/>
              <a:ext cx="1062501" cy="1371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7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7" name="Полилиния 75"/>
            <p:cNvSpPr/>
            <p:nvPr/>
          </p:nvSpPr>
          <p:spPr>
            <a:xfrm>
              <a:off x="4617649" y="1371549"/>
              <a:ext cx="1062500" cy="13716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7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8" name="Полилиния 76"/>
            <p:cNvSpPr/>
            <p:nvPr/>
          </p:nvSpPr>
          <p:spPr>
            <a:xfrm>
              <a:off x="0" y="2743158"/>
              <a:ext cx="1062500" cy="1371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39" name="Полилиния 77"/>
            <p:cNvSpPr/>
            <p:nvPr/>
          </p:nvSpPr>
          <p:spPr>
            <a:xfrm>
              <a:off x="1539218" y="2743158"/>
              <a:ext cx="1062492" cy="1371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0" name="Полилиния 78"/>
            <p:cNvSpPr/>
            <p:nvPr/>
          </p:nvSpPr>
          <p:spPr>
            <a:xfrm>
              <a:off x="3078404" y="2743158"/>
              <a:ext cx="1062501" cy="1371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1" name="Полилиния 79"/>
            <p:cNvSpPr/>
            <p:nvPr/>
          </p:nvSpPr>
          <p:spPr>
            <a:xfrm>
              <a:off x="4617649" y="2743158"/>
              <a:ext cx="1062500" cy="1371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2" name="Полилиния 80"/>
            <p:cNvSpPr/>
            <p:nvPr/>
          </p:nvSpPr>
          <p:spPr>
            <a:xfrm>
              <a:off x="0" y="4114787"/>
              <a:ext cx="1062500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3" name="Полилиния 81"/>
            <p:cNvSpPr/>
            <p:nvPr/>
          </p:nvSpPr>
          <p:spPr>
            <a:xfrm>
              <a:off x="1539218" y="4114787"/>
              <a:ext cx="1062492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4" name="Полилиния 82"/>
            <p:cNvSpPr/>
            <p:nvPr/>
          </p:nvSpPr>
          <p:spPr>
            <a:xfrm>
              <a:off x="3078404" y="4114787"/>
              <a:ext cx="1062501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5" name="Полилиния 83"/>
            <p:cNvSpPr/>
            <p:nvPr/>
          </p:nvSpPr>
          <p:spPr>
            <a:xfrm>
              <a:off x="4617649" y="4114787"/>
              <a:ext cx="1062500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6" name="Полилиния 84"/>
            <p:cNvSpPr/>
            <p:nvPr/>
          </p:nvSpPr>
          <p:spPr>
            <a:xfrm>
              <a:off x="0" y="5486400"/>
              <a:ext cx="1062500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7" name="Полилиния 85"/>
            <p:cNvSpPr/>
            <p:nvPr/>
          </p:nvSpPr>
          <p:spPr>
            <a:xfrm>
              <a:off x="1539218" y="5486400"/>
              <a:ext cx="1062492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8" name="Полилиния 86"/>
            <p:cNvSpPr/>
            <p:nvPr/>
          </p:nvSpPr>
          <p:spPr>
            <a:xfrm>
              <a:off x="3078404" y="5486400"/>
              <a:ext cx="1062501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19" y="8621"/>
                    <a:pt x="13294" y="16198"/>
                    <a:pt x="21600" y="21600"/>
                  </a:cubicBezTo>
                  <a:lnTo>
                    <a:pt x="13791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49" name="Полилиния 87"/>
            <p:cNvSpPr/>
            <p:nvPr/>
          </p:nvSpPr>
          <p:spPr>
            <a:xfrm>
              <a:off x="4617649" y="5486400"/>
              <a:ext cx="1062500" cy="1371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35" y="0"/>
                  </a:moveTo>
                  <a:cubicBezTo>
                    <a:pt x="7420" y="8621"/>
                    <a:pt x="13294" y="16198"/>
                    <a:pt x="21600" y="21600"/>
                  </a:cubicBezTo>
                  <a:lnTo>
                    <a:pt x="13792" y="21600"/>
                  </a:lnTo>
                  <a:cubicBezTo>
                    <a:pt x="6650" y="15769"/>
                    <a:pt x="1709" y="8302"/>
                    <a:pt x="0" y="0"/>
                  </a:cubicBezTo>
                  <a:lnTo>
                    <a:pt x="543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65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 Q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Спасибо за внимание!"/>
          <p:cNvSpPr txBox="1"/>
          <p:nvPr>
            <p:ph type="title" hasCustomPrompt="1"/>
          </p:nvPr>
        </p:nvSpPr>
        <p:spPr>
          <a:xfrm>
            <a:off x="620712" y="4372581"/>
            <a:ext cx="5475289" cy="182819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659" name="Рисунок 2"/>
          <p:cNvSpPr/>
          <p:nvPr>
            <p:ph type="pic" sz="quarter" idx="21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grpSp>
        <p:nvGrpSpPr>
          <p:cNvPr id="680" name="Группа 124"/>
          <p:cNvGrpSpPr/>
          <p:nvPr/>
        </p:nvGrpSpPr>
        <p:grpSpPr>
          <a:xfrm>
            <a:off x="7156015" y="-1"/>
            <a:ext cx="5016894" cy="6858001"/>
            <a:chOff x="0" y="0"/>
            <a:chExt cx="5016893" cy="6857999"/>
          </a:xfrm>
        </p:grpSpPr>
        <p:sp>
          <p:nvSpPr>
            <p:cNvPr id="660" name="Полилиния 84"/>
            <p:cNvSpPr/>
            <p:nvPr/>
          </p:nvSpPr>
          <p:spPr>
            <a:xfrm>
              <a:off x="-1" y="0"/>
              <a:ext cx="1175095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1" name="Полилиния 85"/>
            <p:cNvSpPr/>
            <p:nvPr/>
          </p:nvSpPr>
          <p:spPr>
            <a:xfrm>
              <a:off x="-1" y="1371663"/>
              <a:ext cx="1175095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2" name="Полилиния 86"/>
            <p:cNvSpPr/>
            <p:nvPr/>
          </p:nvSpPr>
          <p:spPr>
            <a:xfrm>
              <a:off x="-1" y="2743262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3" name="Полилиния 87"/>
            <p:cNvSpPr/>
            <p:nvPr/>
          </p:nvSpPr>
          <p:spPr>
            <a:xfrm>
              <a:off x="-1" y="4114986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4" name="Полилиния 88"/>
            <p:cNvSpPr/>
            <p:nvPr/>
          </p:nvSpPr>
          <p:spPr>
            <a:xfrm>
              <a:off x="-1" y="5486591"/>
              <a:ext cx="1175095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4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4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5" name="Полилиния 89"/>
            <p:cNvSpPr/>
            <p:nvPr/>
          </p:nvSpPr>
          <p:spPr>
            <a:xfrm>
              <a:off x="1280536" y="0"/>
              <a:ext cx="1175090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6" name="Полилиния 90"/>
            <p:cNvSpPr/>
            <p:nvPr/>
          </p:nvSpPr>
          <p:spPr>
            <a:xfrm>
              <a:off x="1280536" y="1371663"/>
              <a:ext cx="1175090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7" name="Полилиния 91"/>
            <p:cNvSpPr/>
            <p:nvPr/>
          </p:nvSpPr>
          <p:spPr>
            <a:xfrm>
              <a:off x="1280536" y="2743262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8" name="Полилиния 92"/>
            <p:cNvSpPr/>
            <p:nvPr/>
          </p:nvSpPr>
          <p:spPr>
            <a:xfrm>
              <a:off x="1280536" y="4114986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69" name="Полилиния 93"/>
            <p:cNvSpPr/>
            <p:nvPr/>
          </p:nvSpPr>
          <p:spPr>
            <a:xfrm>
              <a:off x="1280536" y="5486591"/>
              <a:ext cx="1175090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4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0" name="Полилиния 94"/>
            <p:cNvSpPr/>
            <p:nvPr/>
          </p:nvSpPr>
          <p:spPr>
            <a:xfrm>
              <a:off x="2561174" y="0"/>
              <a:ext cx="1175084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1" name="Полилиния 95"/>
            <p:cNvSpPr/>
            <p:nvPr/>
          </p:nvSpPr>
          <p:spPr>
            <a:xfrm>
              <a:off x="2561174" y="1371663"/>
              <a:ext cx="1175084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2" name="Полилиния 96"/>
            <p:cNvSpPr/>
            <p:nvPr/>
          </p:nvSpPr>
          <p:spPr>
            <a:xfrm>
              <a:off x="2561174" y="2743262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3" name="Полилиния 97"/>
            <p:cNvSpPr/>
            <p:nvPr/>
          </p:nvSpPr>
          <p:spPr>
            <a:xfrm>
              <a:off x="2561174" y="4114986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4" name="Полилиния 98"/>
            <p:cNvSpPr/>
            <p:nvPr/>
          </p:nvSpPr>
          <p:spPr>
            <a:xfrm>
              <a:off x="2561174" y="5486591"/>
              <a:ext cx="1175084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5" name="Полилиния 99"/>
            <p:cNvSpPr/>
            <p:nvPr/>
          </p:nvSpPr>
          <p:spPr>
            <a:xfrm>
              <a:off x="3841808" y="0"/>
              <a:ext cx="1175086" cy="13714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6" name="Полилиния 100"/>
            <p:cNvSpPr/>
            <p:nvPr/>
          </p:nvSpPr>
          <p:spPr>
            <a:xfrm>
              <a:off x="3841808" y="1371663"/>
              <a:ext cx="1175086" cy="13714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7" name="Полилиния 101"/>
            <p:cNvSpPr/>
            <p:nvPr/>
          </p:nvSpPr>
          <p:spPr>
            <a:xfrm>
              <a:off x="3841808" y="2743262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8" name="Полилиния 102"/>
            <p:cNvSpPr/>
            <p:nvPr/>
          </p:nvSpPr>
          <p:spPr>
            <a:xfrm>
              <a:off x="3841808" y="4114986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79" name="Полилиния 103"/>
            <p:cNvSpPr/>
            <p:nvPr/>
          </p:nvSpPr>
          <p:spPr>
            <a:xfrm>
              <a:off x="3841808" y="5486591"/>
              <a:ext cx="1175086" cy="13714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9645" y="0"/>
                  </a:moveTo>
                  <a:cubicBezTo>
                    <a:pt x="11297" y="8171"/>
                    <a:pt x="15531" y="15584"/>
                    <a:pt x="21600" y="21600"/>
                  </a:cubicBezTo>
                  <a:lnTo>
                    <a:pt x="9645" y="21600"/>
                  </a:lnTo>
                  <a:cubicBezTo>
                    <a:pt x="4703" y="15233"/>
                    <a:pt x="1344" y="7899"/>
                    <a:pt x="0" y="0"/>
                  </a:cubicBezTo>
                  <a:lnTo>
                    <a:pt x="9645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6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 QR + подпись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Спасибо за внимание!"/>
          <p:cNvSpPr txBox="1"/>
          <p:nvPr>
            <p:ph type="title" hasCustomPrompt="1"/>
          </p:nvPr>
        </p:nvSpPr>
        <p:spPr>
          <a:xfrm>
            <a:off x="620712" y="3724881"/>
            <a:ext cx="5475289" cy="182819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689" name="Рисунок 2"/>
          <p:cNvSpPr/>
          <p:nvPr>
            <p:ph type="pic" sz="quarter" idx="21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90" name="Уровень текста 1…"/>
          <p:cNvSpPr txBox="1"/>
          <p:nvPr>
            <p:ph type="body" sz="quarter" idx="1" hasCustomPrompt="1"/>
          </p:nvPr>
        </p:nvSpPr>
        <p:spPr>
          <a:xfrm>
            <a:off x="658812" y="5842000"/>
            <a:ext cx="5437189" cy="355600"/>
          </a:xfrm>
          <a:prstGeom prst="rect">
            <a:avLst/>
          </a:prstGeom>
        </p:spPr>
        <p:txBody>
          <a:bodyPr/>
          <a:lstStyle/>
          <a:p>
            <a:pPr/>
            <a:r>
              <a:t>Василий Иванов, должность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grpSp>
        <p:nvGrpSpPr>
          <p:cNvPr id="703" name="Группа 76"/>
          <p:cNvGrpSpPr/>
          <p:nvPr/>
        </p:nvGrpSpPr>
        <p:grpSpPr>
          <a:xfrm>
            <a:off x="7066328" y="0"/>
            <a:ext cx="5103284" cy="6858001"/>
            <a:chOff x="0" y="0"/>
            <a:chExt cx="5103283" cy="6857999"/>
          </a:xfrm>
        </p:grpSpPr>
        <p:sp>
          <p:nvSpPr>
            <p:cNvPr id="691" name="Полилиния 77"/>
            <p:cNvSpPr/>
            <p:nvPr/>
          </p:nvSpPr>
          <p:spPr>
            <a:xfrm>
              <a:off x="-1" y="64"/>
              <a:ext cx="1490313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2" name="Полилиния 78"/>
            <p:cNvSpPr/>
            <p:nvPr/>
          </p:nvSpPr>
          <p:spPr>
            <a:xfrm>
              <a:off x="-1" y="1714642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3" name="Полилиния 79"/>
            <p:cNvSpPr/>
            <p:nvPr/>
          </p:nvSpPr>
          <p:spPr>
            <a:xfrm>
              <a:off x="-1" y="3428907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4" name="Полилиния 80"/>
            <p:cNvSpPr/>
            <p:nvPr/>
          </p:nvSpPr>
          <p:spPr>
            <a:xfrm>
              <a:off x="-1" y="5143734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5" name="Полилиния 81"/>
            <p:cNvSpPr/>
            <p:nvPr/>
          </p:nvSpPr>
          <p:spPr>
            <a:xfrm>
              <a:off x="1806526" y="64"/>
              <a:ext cx="1490321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6" name="Полилиния 82"/>
            <p:cNvSpPr/>
            <p:nvPr/>
          </p:nvSpPr>
          <p:spPr>
            <a:xfrm>
              <a:off x="3612962" y="0"/>
              <a:ext cx="1490322" cy="17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7" name="Полилиния 83"/>
            <p:cNvSpPr/>
            <p:nvPr/>
          </p:nvSpPr>
          <p:spPr>
            <a:xfrm>
              <a:off x="1806526" y="1714642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8" name="Полилиния 84"/>
            <p:cNvSpPr/>
            <p:nvPr/>
          </p:nvSpPr>
          <p:spPr>
            <a:xfrm>
              <a:off x="1806526" y="3428907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699" name="Полилиния 85"/>
            <p:cNvSpPr/>
            <p:nvPr/>
          </p:nvSpPr>
          <p:spPr>
            <a:xfrm>
              <a:off x="3612962" y="1714576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00" name="Полилиния 86"/>
            <p:cNvSpPr/>
            <p:nvPr/>
          </p:nvSpPr>
          <p:spPr>
            <a:xfrm>
              <a:off x="3612962" y="3428841"/>
              <a:ext cx="1490322" cy="17142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01" name="Полилиния 87"/>
            <p:cNvSpPr/>
            <p:nvPr/>
          </p:nvSpPr>
          <p:spPr>
            <a:xfrm>
              <a:off x="1806526" y="5143734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02" name="Полилиния 88"/>
            <p:cNvSpPr/>
            <p:nvPr/>
          </p:nvSpPr>
          <p:spPr>
            <a:xfrm>
              <a:off x="3612962" y="5143668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rgbClr val="275DF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70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Финальный с QR + подпись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Спасибо за внимание!"/>
          <p:cNvSpPr txBox="1"/>
          <p:nvPr>
            <p:ph type="title" hasCustomPrompt="1"/>
          </p:nvPr>
        </p:nvSpPr>
        <p:spPr>
          <a:xfrm>
            <a:off x="620712" y="3724881"/>
            <a:ext cx="5475289" cy="1828194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>
              <a:defRPr sz="6600">
                <a:solidFill>
                  <a:srgbClr val="FEFFFF"/>
                </a:solidFill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712" name="Рисунок 2"/>
          <p:cNvSpPr/>
          <p:nvPr>
            <p:ph type="pic" sz="quarter" idx="21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13" name="Уровень текста 1…"/>
          <p:cNvSpPr txBox="1"/>
          <p:nvPr>
            <p:ph type="body" sz="quarter" idx="1" hasCustomPrompt="1"/>
          </p:nvPr>
        </p:nvSpPr>
        <p:spPr>
          <a:xfrm>
            <a:off x="658812" y="5842000"/>
            <a:ext cx="5437189" cy="355600"/>
          </a:xfrm>
          <a:prstGeom prst="rect">
            <a:avLst/>
          </a:prstGeom>
        </p:spPr>
        <p:txBody>
          <a:bodyPr/>
          <a:lstStyle/>
          <a:p>
            <a:pPr/>
            <a:r>
              <a:t>Василий Иванов, должность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grpSp>
        <p:nvGrpSpPr>
          <p:cNvPr id="726" name="Группа 76"/>
          <p:cNvGrpSpPr/>
          <p:nvPr/>
        </p:nvGrpSpPr>
        <p:grpSpPr>
          <a:xfrm>
            <a:off x="7066328" y="0"/>
            <a:ext cx="5103284" cy="6858001"/>
            <a:chOff x="0" y="0"/>
            <a:chExt cx="5103283" cy="6857999"/>
          </a:xfrm>
        </p:grpSpPr>
        <p:sp>
          <p:nvSpPr>
            <p:cNvPr id="714" name="Полилиния 77"/>
            <p:cNvSpPr/>
            <p:nvPr/>
          </p:nvSpPr>
          <p:spPr>
            <a:xfrm>
              <a:off x="-1" y="64"/>
              <a:ext cx="1490313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5" name="Полилиния 78"/>
            <p:cNvSpPr/>
            <p:nvPr/>
          </p:nvSpPr>
          <p:spPr>
            <a:xfrm>
              <a:off x="-1" y="1714642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4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6" name="Полилиния 79"/>
            <p:cNvSpPr/>
            <p:nvPr/>
          </p:nvSpPr>
          <p:spPr>
            <a:xfrm>
              <a:off x="-1" y="3428907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7" name="Полилиния 80"/>
            <p:cNvSpPr/>
            <p:nvPr/>
          </p:nvSpPr>
          <p:spPr>
            <a:xfrm>
              <a:off x="-1" y="5143734"/>
              <a:ext cx="1490313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4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8" name="Полилиния 81"/>
            <p:cNvSpPr/>
            <p:nvPr/>
          </p:nvSpPr>
          <p:spPr>
            <a:xfrm>
              <a:off x="1806526" y="64"/>
              <a:ext cx="1490321" cy="1714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19" name="Полилиния 82"/>
            <p:cNvSpPr/>
            <p:nvPr/>
          </p:nvSpPr>
          <p:spPr>
            <a:xfrm>
              <a:off x="3612962" y="0"/>
              <a:ext cx="1490322" cy="171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4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0" name="Полилиния 83"/>
            <p:cNvSpPr/>
            <p:nvPr/>
          </p:nvSpPr>
          <p:spPr>
            <a:xfrm>
              <a:off x="1806526" y="1714642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2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1" name="Полилиния 84"/>
            <p:cNvSpPr/>
            <p:nvPr/>
          </p:nvSpPr>
          <p:spPr>
            <a:xfrm>
              <a:off x="1806526" y="3428907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2" name="Полилиния 85"/>
            <p:cNvSpPr/>
            <p:nvPr/>
          </p:nvSpPr>
          <p:spPr>
            <a:xfrm>
              <a:off x="3612962" y="1714576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0"/>
                  </a:moveTo>
                  <a:cubicBezTo>
                    <a:pt x="13064" y="8701"/>
                    <a:pt x="7638" y="16307"/>
                    <a:pt x="0" y="21600"/>
                  </a:cubicBezTo>
                  <a:lnTo>
                    <a:pt x="9673" y="21600"/>
                  </a:lnTo>
                  <a:cubicBezTo>
                    <a:pt x="15861" y="15704"/>
                    <a:pt x="20125" y="8253"/>
                    <a:pt x="21600" y="0"/>
                  </a:cubicBezTo>
                  <a:lnTo>
                    <a:pt x="14879" y="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3" name="Полилиния 86"/>
            <p:cNvSpPr/>
            <p:nvPr/>
          </p:nvSpPr>
          <p:spPr>
            <a:xfrm>
              <a:off x="3612962" y="3428841"/>
              <a:ext cx="1490322" cy="17142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3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4" name="Полилиния 87"/>
            <p:cNvSpPr/>
            <p:nvPr/>
          </p:nvSpPr>
          <p:spPr>
            <a:xfrm>
              <a:off x="1806526" y="5143734"/>
              <a:ext cx="1490321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2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sp>
          <p:nvSpPr>
            <p:cNvPr id="725" name="Полилиния 88"/>
            <p:cNvSpPr/>
            <p:nvPr/>
          </p:nvSpPr>
          <p:spPr>
            <a:xfrm>
              <a:off x="3612962" y="5143668"/>
              <a:ext cx="1490322" cy="1714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879" y="21600"/>
                  </a:moveTo>
                  <a:cubicBezTo>
                    <a:pt x="13064" y="12900"/>
                    <a:pt x="7638" y="5294"/>
                    <a:pt x="0" y="0"/>
                  </a:cubicBezTo>
                  <a:lnTo>
                    <a:pt x="9673" y="0"/>
                  </a:lnTo>
                  <a:cubicBezTo>
                    <a:pt x="15861" y="5896"/>
                    <a:pt x="20125" y="13347"/>
                    <a:pt x="21600" y="21600"/>
                  </a:cubicBezTo>
                  <a:lnTo>
                    <a:pt x="14879" y="216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7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па 5"/>
          <p:cNvGrpSpPr/>
          <p:nvPr/>
        </p:nvGrpSpPr>
        <p:grpSpPr>
          <a:xfrm>
            <a:off x="-1" y="-114752"/>
            <a:ext cx="12188150" cy="64310"/>
            <a:chOff x="0" y="0"/>
            <a:chExt cx="12188148" cy="64308"/>
          </a:xfrm>
        </p:grpSpPr>
        <p:sp>
          <p:nvSpPr>
            <p:cNvPr id="2" name="Прямая соединительная линия 3"/>
            <p:cNvSpPr/>
            <p:nvPr/>
          </p:nvSpPr>
          <p:spPr>
            <a:xfrm flipH="1">
              <a:off x="0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" name="Прямая соединительная линия 6"/>
            <p:cNvSpPr/>
            <p:nvPr/>
          </p:nvSpPr>
          <p:spPr>
            <a:xfrm>
              <a:off x="677119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" name="Прямая соединительная линия 7"/>
            <p:cNvSpPr/>
            <p:nvPr/>
          </p:nvSpPr>
          <p:spPr>
            <a:xfrm>
              <a:off x="135423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Прямая соединительная линия 8"/>
            <p:cNvSpPr/>
            <p:nvPr/>
          </p:nvSpPr>
          <p:spPr>
            <a:xfrm>
              <a:off x="203135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Прямая соединительная линия 9"/>
            <p:cNvSpPr/>
            <p:nvPr/>
          </p:nvSpPr>
          <p:spPr>
            <a:xfrm>
              <a:off x="2708476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" name="Прямая соединительная линия 10"/>
            <p:cNvSpPr/>
            <p:nvPr/>
          </p:nvSpPr>
          <p:spPr>
            <a:xfrm>
              <a:off x="3385595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" name="Прямая соединительная линия 11"/>
            <p:cNvSpPr/>
            <p:nvPr/>
          </p:nvSpPr>
          <p:spPr>
            <a:xfrm>
              <a:off x="4062714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" name="Прямая соединительная линия 12"/>
            <p:cNvSpPr/>
            <p:nvPr/>
          </p:nvSpPr>
          <p:spPr>
            <a:xfrm>
              <a:off x="4739833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" name="Прямая соединительная линия 13"/>
            <p:cNvSpPr/>
            <p:nvPr/>
          </p:nvSpPr>
          <p:spPr>
            <a:xfrm>
              <a:off x="5416952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" name="Прямая соединительная линия 14"/>
            <p:cNvSpPr/>
            <p:nvPr/>
          </p:nvSpPr>
          <p:spPr>
            <a:xfrm>
              <a:off x="6094071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" name="Прямая соединительная линия 15"/>
            <p:cNvSpPr/>
            <p:nvPr/>
          </p:nvSpPr>
          <p:spPr>
            <a:xfrm>
              <a:off x="6771190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" name="Прямая соединительная линия 16"/>
            <p:cNvSpPr/>
            <p:nvPr/>
          </p:nvSpPr>
          <p:spPr>
            <a:xfrm>
              <a:off x="744830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" name="Прямая соединительная линия 17"/>
            <p:cNvSpPr/>
            <p:nvPr/>
          </p:nvSpPr>
          <p:spPr>
            <a:xfrm>
              <a:off x="812542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" name="Прямая соединительная линия 18"/>
            <p:cNvSpPr/>
            <p:nvPr/>
          </p:nvSpPr>
          <p:spPr>
            <a:xfrm>
              <a:off x="880254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" name="Прямая соединительная линия 19"/>
            <p:cNvSpPr/>
            <p:nvPr/>
          </p:nvSpPr>
          <p:spPr>
            <a:xfrm>
              <a:off x="9479666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" name="Прямая соединительная линия 20"/>
            <p:cNvSpPr/>
            <p:nvPr/>
          </p:nvSpPr>
          <p:spPr>
            <a:xfrm>
              <a:off x="10156785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" name="Прямая соединительная линия 21"/>
            <p:cNvSpPr/>
            <p:nvPr/>
          </p:nvSpPr>
          <p:spPr>
            <a:xfrm>
              <a:off x="10833904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" name="Прямая соединительная линия 22"/>
            <p:cNvSpPr/>
            <p:nvPr/>
          </p:nvSpPr>
          <p:spPr>
            <a:xfrm>
              <a:off x="11511023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" name="Прямая соединительная линия 23"/>
            <p:cNvSpPr/>
            <p:nvPr/>
          </p:nvSpPr>
          <p:spPr>
            <a:xfrm>
              <a:off x="1218814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1" name="Группа 25"/>
          <p:cNvGrpSpPr/>
          <p:nvPr/>
        </p:nvGrpSpPr>
        <p:grpSpPr>
          <a:xfrm>
            <a:off x="-4" y="6987088"/>
            <a:ext cx="12188150" cy="64310"/>
            <a:chOff x="0" y="0"/>
            <a:chExt cx="12188148" cy="64308"/>
          </a:xfrm>
        </p:grpSpPr>
        <p:sp>
          <p:nvSpPr>
            <p:cNvPr id="22" name="Прямая соединительная линия 26"/>
            <p:cNvSpPr/>
            <p:nvPr/>
          </p:nvSpPr>
          <p:spPr>
            <a:xfrm flipH="1">
              <a:off x="0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" name="Прямая соединительная линия 28"/>
            <p:cNvSpPr/>
            <p:nvPr/>
          </p:nvSpPr>
          <p:spPr>
            <a:xfrm>
              <a:off x="677119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" name="Прямая соединительная линия 29"/>
            <p:cNvSpPr/>
            <p:nvPr/>
          </p:nvSpPr>
          <p:spPr>
            <a:xfrm>
              <a:off x="135423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" name="Прямая соединительная линия 30"/>
            <p:cNvSpPr/>
            <p:nvPr/>
          </p:nvSpPr>
          <p:spPr>
            <a:xfrm>
              <a:off x="203135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" name="Прямая соединительная линия 31"/>
            <p:cNvSpPr/>
            <p:nvPr/>
          </p:nvSpPr>
          <p:spPr>
            <a:xfrm>
              <a:off x="2708476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" name="Прямая соединительная линия 32"/>
            <p:cNvSpPr/>
            <p:nvPr/>
          </p:nvSpPr>
          <p:spPr>
            <a:xfrm>
              <a:off x="3385595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" name="Прямая соединительная линия 33"/>
            <p:cNvSpPr/>
            <p:nvPr/>
          </p:nvSpPr>
          <p:spPr>
            <a:xfrm>
              <a:off x="4062714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" name="Прямая соединительная линия 34"/>
            <p:cNvSpPr/>
            <p:nvPr/>
          </p:nvSpPr>
          <p:spPr>
            <a:xfrm>
              <a:off x="4739833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" name="Прямая соединительная линия 35"/>
            <p:cNvSpPr/>
            <p:nvPr/>
          </p:nvSpPr>
          <p:spPr>
            <a:xfrm>
              <a:off x="5416952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" name="Прямая соединительная линия 36"/>
            <p:cNvSpPr/>
            <p:nvPr/>
          </p:nvSpPr>
          <p:spPr>
            <a:xfrm>
              <a:off x="6094071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" name="Прямая соединительная линия 37"/>
            <p:cNvSpPr/>
            <p:nvPr/>
          </p:nvSpPr>
          <p:spPr>
            <a:xfrm>
              <a:off x="6771190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" name="Прямая соединительная линия 38"/>
            <p:cNvSpPr/>
            <p:nvPr/>
          </p:nvSpPr>
          <p:spPr>
            <a:xfrm>
              <a:off x="744830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" name="Прямая соединительная линия 39"/>
            <p:cNvSpPr/>
            <p:nvPr/>
          </p:nvSpPr>
          <p:spPr>
            <a:xfrm>
              <a:off x="812542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" name="Прямая соединительная линия 40"/>
            <p:cNvSpPr/>
            <p:nvPr/>
          </p:nvSpPr>
          <p:spPr>
            <a:xfrm>
              <a:off x="8802547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" name="Прямая соединительная линия 41"/>
            <p:cNvSpPr/>
            <p:nvPr/>
          </p:nvSpPr>
          <p:spPr>
            <a:xfrm>
              <a:off x="9479666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" name="Прямая соединительная линия 42"/>
            <p:cNvSpPr/>
            <p:nvPr/>
          </p:nvSpPr>
          <p:spPr>
            <a:xfrm>
              <a:off x="10156785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" name="Прямая соединительная линия 43"/>
            <p:cNvSpPr/>
            <p:nvPr/>
          </p:nvSpPr>
          <p:spPr>
            <a:xfrm>
              <a:off x="10833904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9" name="Прямая соединительная линия 44"/>
            <p:cNvSpPr/>
            <p:nvPr/>
          </p:nvSpPr>
          <p:spPr>
            <a:xfrm>
              <a:off x="11511023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" name="Прямая соединительная линия 45"/>
            <p:cNvSpPr/>
            <p:nvPr/>
          </p:nvSpPr>
          <p:spPr>
            <a:xfrm>
              <a:off x="12188148" y="0"/>
              <a:ext cx="1" cy="64310"/>
            </a:xfrm>
            <a:prstGeom prst="line">
              <a:avLst/>
            </a:prstGeom>
            <a:noFill/>
            <a:ln w="635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2" name="Текст заголовка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Текст заголовка</a:t>
            </a:r>
          </a:p>
        </p:txBody>
      </p:sp>
      <p:sp>
        <p:nvSpPr>
          <p:cNvPr id="43" name="Уровень текста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4" name="Номер слайда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VK Sans Display Medium"/>
          <a:ea typeface="VK Sans Display Medium"/>
          <a:cs typeface="VK Sans Display Medium"/>
          <a:sym typeface="VK Sans Display Medium"/>
        </a:defRPr>
      </a:lvl9pPr>
    </p:titleStyle>
    <p:bodyStyle>
      <a:lvl1pPr marL="0" marR="0" indent="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1pPr>
      <a:lvl2pPr marL="292100" marR="0" indent="-2921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2pPr>
      <a:lvl3pPr marL="629708" marR="0" indent="-359833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3pPr>
      <a:lvl4pPr marL="15748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4pPr>
      <a:lvl5pPr marL="20320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5pPr>
      <a:lvl6pPr marL="24892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6pPr>
      <a:lvl7pPr marL="29464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7pPr>
      <a:lvl8pPr marL="34036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8pPr>
      <a:lvl9pPr marL="3860800" marR="0" indent="-203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600" u="none">
          <a:solidFill>
            <a:srgbClr val="FEFFFF"/>
          </a:solidFill>
          <a:uFillTx/>
          <a:latin typeface="SF Pro Text Light"/>
          <a:ea typeface="SF Pro Text Light"/>
          <a:cs typeface="SF Pro Text Light"/>
          <a:sym typeface="SF Pro Text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SF Pro Text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hyperlink" Target="http://play.myquiz.ru" TargetMode="External"/><Relationship Id="rId3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Весенний семестр 2025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850391">
              <a:defRPr sz="1860"/>
            </a:lvl1pPr>
          </a:lstStyle>
          <a:p>
            <a:pPr/>
            <a:r>
              <a:t>Весенний семестр 2025</a:t>
            </a:r>
          </a:p>
        </p:txBody>
      </p:sp>
      <p:sp>
        <p:nvSpPr>
          <p:cNvPr id="737" name="Jetpack Compose Advanc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Jetpack Compose Advanced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Что будет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Что будет?</a:t>
            </a:r>
          </a:p>
        </p:txBody>
      </p:sp>
      <p:sp>
        <p:nvSpPr>
          <p:cNvPr id="740" name="Что мы помним?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Что мы помним?</a:t>
            </a:r>
          </a:p>
          <a:p>
            <a:pPr/>
            <a:r>
              <a:t>Анимации</a:t>
            </a:r>
          </a:p>
          <a:p>
            <a:pPr/>
            <a:r>
              <a:t>Custom Layout, Modifiers, drawing</a:t>
            </a:r>
          </a:p>
          <a:p>
            <a:pPr/>
            <a:r>
              <a:t>Навигация</a:t>
            </a:r>
          </a:p>
          <a:p>
            <a:pPr/>
            <a:r>
              <a:t>Бонус</a:t>
            </a:r>
          </a:p>
        </p:txBody>
      </p:sp>
      <p:pic>
        <p:nvPicPr>
          <p:cNvPr id="741" name="jetpack compose icon_RGB.png" descr="jetpack compose icon_RG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24455" y="0"/>
            <a:ext cx="634099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Заголовок 1"/>
          <p:cNvSpPr txBox="1"/>
          <p:nvPr>
            <p:ph type="title"/>
          </p:nvPr>
        </p:nvSpPr>
        <p:spPr>
          <a:xfrm>
            <a:off x="603171" y="1119966"/>
            <a:ext cx="5103284" cy="288320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Воспоминания</a:t>
            </a:r>
          </a:p>
        </p:txBody>
      </p:sp>
      <p:grpSp>
        <p:nvGrpSpPr>
          <p:cNvPr id="749" name="Группа 2"/>
          <p:cNvGrpSpPr/>
          <p:nvPr/>
        </p:nvGrpSpPr>
        <p:grpSpPr>
          <a:xfrm>
            <a:off x="658812" y="6058472"/>
            <a:ext cx="1716088" cy="142303"/>
            <a:chOff x="0" y="0"/>
            <a:chExt cx="1716086" cy="142301"/>
          </a:xfrm>
        </p:grpSpPr>
        <p:sp>
          <p:nvSpPr>
            <p:cNvPr id="744" name="Овал 3"/>
            <p:cNvSpPr/>
            <p:nvPr/>
          </p:nvSpPr>
          <p:spPr>
            <a:xfrm>
              <a:off x="-1" y="0"/>
              <a:ext cx="142303" cy="1423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5" name="Овал 4"/>
            <p:cNvSpPr/>
            <p:nvPr/>
          </p:nvSpPr>
          <p:spPr>
            <a:xfrm>
              <a:off x="393446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6" name="Овал 5"/>
            <p:cNvSpPr/>
            <p:nvPr/>
          </p:nvSpPr>
          <p:spPr>
            <a:xfrm>
              <a:off x="786892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7" name="Овал 6"/>
            <p:cNvSpPr/>
            <p:nvPr/>
          </p:nvSpPr>
          <p:spPr>
            <a:xfrm>
              <a:off x="1180338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8" name="Овал 7"/>
            <p:cNvSpPr/>
            <p:nvPr/>
          </p:nvSpPr>
          <p:spPr>
            <a:xfrm>
              <a:off x="1573784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Заголовок 5"/>
          <p:cNvSpPr txBox="1"/>
          <p:nvPr>
            <p:ph type="title"/>
          </p:nvPr>
        </p:nvSpPr>
        <p:spPr>
          <a:xfrm>
            <a:off x="677334" y="692150"/>
            <a:ext cx="4663017" cy="1252289"/>
          </a:xfrm>
          <a:prstGeom prst="rect">
            <a:avLst/>
          </a:prstGeom>
        </p:spPr>
        <p:txBody>
          <a:bodyPr/>
          <a:lstStyle/>
          <a:p>
            <a:pPr/>
            <a:r>
              <a:t>Квиз!</a:t>
            </a:r>
          </a:p>
        </p:txBody>
      </p:sp>
      <p:sp>
        <p:nvSpPr>
          <p:cNvPr id="752" name="Текст 8"/>
          <p:cNvSpPr txBox="1"/>
          <p:nvPr>
            <p:ph type="body" sz="half" idx="1"/>
          </p:nvPr>
        </p:nvSpPr>
        <p:spPr>
          <a:xfrm>
            <a:off x="671513" y="2018599"/>
            <a:ext cx="4828213" cy="4182177"/>
          </a:xfrm>
          <a:prstGeom prst="rect">
            <a:avLst/>
          </a:prstGeom>
        </p:spPr>
        <p:txBody>
          <a:bodyPr/>
          <a:lstStyle/>
          <a:p>
            <a:pPr lvl="1" marL="255588" indent="-255588">
              <a:spcBef>
                <a:spcPts val="500"/>
              </a:spcBef>
              <a:buClr>
                <a:schemeClr val="accent1"/>
              </a:buClr>
              <a:buFont typeface="Arial"/>
            </a:pPr>
            <a:r>
              <a:t>Давайте ответим на несколько несложных вопросов</a:t>
            </a:r>
            <a:endParaRPr sz="1400"/>
          </a:p>
          <a:p>
            <a:pPr lvl="1" marL="255588" indent="-255588">
              <a:spcBef>
                <a:spcPts val="500"/>
              </a:spcBef>
              <a:buClr>
                <a:schemeClr val="accent1"/>
              </a:buClr>
              <a:buFont typeface="Arial"/>
            </a:pPr>
            <a:r>
              <a:t>Победителю – набор стикеров в ВК на выбор</a:t>
            </a:r>
            <a:endParaRPr sz="1400"/>
          </a:p>
          <a:p>
            <a:pPr lvl="1" marL="255588" indent="-255588">
              <a:spcBef>
                <a:spcPts val="500"/>
              </a:spcBef>
              <a:buClr>
                <a:schemeClr val="accent1"/>
              </a:buClr>
              <a:buFont typeface="Arial"/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play.myquiz.ru</a:t>
            </a:r>
            <a:r>
              <a:rPr sz="1400"/>
              <a:t> </a:t>
            </a:r>
            <a:r>
              <a:t>код 00783386</a:t>
            </a:r>
          </a:p>
        </p:txBody>
      </p:sp>
      <p:pic>
        <p:nvPicPr>
          <p:cNvPr id="753" name="qr_cJLQsT.png" descr="qr_cJLQs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40745" y="490475"/>
            <a:ext cx="5877050" cy="5877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Заголовок 1"/>
          <p:cNvSpPr txBox="1"/>
          <p:nvPr>
            <p:ph type="title"/>
          </p:nvPr>
        </p:nvSpPr>
        <p:spPr>
          <a:xfrm>
            <a:off x="603171" y="1119966"/>
            <a:ext cx="5103284" cy="288320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Анимации</a:t>
            </a:r>
          </a:p>
        </p:txBody>
      </p:sp>
      <p:grpSp>
        <p:nvGrpSpPr>
          <p:cNvPr id="761" name="Группа 2"/>
          <p:cNvGrpSpPr/>
          <p:nvPr/>
        </p:nvGrpSpPr>
        <p:grpSpPr>
          <a:xfrm>
            <a:off x="658812" y="6058472"/>
            <a:ext cx="1716088" cy="142303"/>
            <a:chOff x="0" y="0"/>
            <a:chExt cx="1716086" cy="142301"/>
          </a:xfrm>
        </p:grpSpPr>
        <p:sp>
          <p:nvSpPr>
            <p:cNvPr id="756" name="Овал 3"/>
            <p:cNvSpPr/>
            <p:nvPr/>
          </p:nvSpPr>
          <p:spPr>
            <a:xfrm>
              <a:off x="-1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57" name="Овал 4"/>
            <p:cNvSpPr/>
            <p:nvPr/>
          </p:nvSpPr>
          <p:spPr>
            <a:xfrm>
              <a:off x="393446" y="0"/>
              <a:ext cx="142303" cy="1423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58" name="Овал 5"/>
            <p:cNvSpPr/>
            <p:nvPr/>
          </p:nvSpPr>
          <p:spPr>
            <a:xfrm>
              <a:off x="786892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59" name="Овал 6"/>
            <p:cNvSpPr/>
            <p:nvPr/>
          </p:nvSpPr>
          <p:spPr>
            <a:xfrm>
              <a:off x="1180338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60" name="Овал 7"/>
            <p:cNvSpPr/>
            <p:nvPr/>
          </p:nvSpPr>
          <p:spPr>
            <a:xfrm>
              <a:off x="1573784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Anima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Animatable - это низкоуровневый API для создания анимаций в Jetpack Compose. Он предоставляет полный контроль над анимацией одиночного значения и позволяет программно управлять состоянием анимации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Animatable - это низкоуровневый API для создания анимаций в Jetpack Compose. Он предоставляет полный контроль над анимацией одиночного значения и позволяет программно управлять состоянием анимации.</a:t>
            </a:r>
          </a:p>
          <a:p>
            <a:pPr marL="160421" indent="-160421">
              <a:buSzPct val="100000"/>
              <a:buChar char="•"/>
            </a:pPr>
            <a:r>
              <a:t>Анимирует одиночное значение (Float, Color, Offset и др.)</a:t>
            </a:r>
          </a:p>
          <a:p>
            <a:pPr marL="160421" indent="-160421">
              <a:buSzPct val="100000"/>
              <a:buChar char="•"/>
            </a:pPr>
            <a:r>
              <a:t>Требует использования CoroutineScope для запуска анимаций</a:t>
            </a:r>
          </a:p>
          <a:p>
            <a:pPr marL="160421" indent="-160421">
              <a:buSzPct val="100000"/>
              <a:buChar char="•"/>
            </a:pPr>
            <a:r>
              <a:t>Предоставляет методы для точного контроля анимации (animateTo, snapTo, stop)</a:t>
            </a:r>
          </a:p>
          <a:p>
            <a:pPr marL="160421" indent="-160421">
              <a:buSzPct val="100000"/>
              <a:buChar char="•"/>
            </a:pPr>
            <a:r>
              <a:t>Позволяет настраивать спецификации анимации (tween, spring и др.)</a:t>
            </a:r>
          </a:p>
          <a:p>
            <a:pPr marL="160421" indent="-160421">
              <a:buSzPct val="100000"/>
              <a:buChar char="•"/>
            </a:pPr>
            <a:r>
              <a:t>Поддерживает ограничения значений (upperBound, lowerBound)</a:t>
            </a:r>
          </a:p>
        </p:txBody>
      </p:sp>
      <p:sp>
        <p:nvSpPr>
          <p:cNvPr id="766" name="Animat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Когда требуется точный программный контроль над анимацией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Когда требуется точный программный контроль над анимацией</a:t>
            </a:r>
          </a:p>
          <a:p>
            <a:pPr marL="160421" indent="-160421">
              <a:buSzPct val="100000"/>
              <a:buChar char="•"/>
            </a:pPr>
            <a:r>
              <a:t>Для сложных анимаций, требующих синхронизации с другими действиями</a:t>
            </a:r>
          </a:p>
          <a:p>
            <a:pPr marL="160421" indent="-160421">
              <a:buSzPct val="100000"/>
              <a:buChar char="•"/>
            </a:pPr>
            <a:r>
              <a:t>Когда нужно анимировать значение, которое не связано напрямую с состоянием UI</a:t>
            </a:r>
          </a:p>
          <a:p>
            <a:pPr marL="160421" indent="-160421">
              <a:buSzPct val="100000"/>
              <a:buChar char="•"/>
            </a:pPr>
            <a:r>
              <a:t>Для создания пользовательских жестов с анимацией</a:t>
            </a:r>
          </a:p>
        </p:txBody>
      </p:sp>
      <p:sp>
        <p:nvSpPr>
          <p:cNvPr id="769" name="Animatable. Когда использовать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Animatable. Когда использовать?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animate*AsState"/>
          <p:cNvSpPr txBox="1"/>
          <p:nvPr>
            <p:ph type="title"/>
          </p:nvPr>
        </p:nvSpPr>
        <p:spPr>
          <a:xfrm>
            <a:off x="603172" y="1119966"/>
            <a:ext cx="6691432" cy="1828194"/>
          </a:xfrm>
          <a:prstGeom prst="rect">
            <a:avLst/>
          </a:prstGeom>
        </p:spPr>
        <p:txBody>
          <a:bodyPr/>
          <a:lstStyle/>
          <a:p>
            <a:pPr/>
            <a:r>
              <a:t>animate*AsState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Семейство функций animate*asState предоставляет простой декларативный способ анимации значений в Jetpack Compose. Эти функции автоматически создают и управляют анимацией при изменении целевого значения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Семейство функций animate*asState предоставляет простой декларативный способ анимации значений в Jetpack Compose. Эти функции автоматически создают и управляют анимацией при изменении целевого значения.</a:t>
            </a:r>
          </a:p>
          <a:p>
            <a:pPr marL="160421" indent="-160421">
              <a:buSzPct val="100000"/>
              <a:buChar char="•"/>
            </a:pPr>
            <a:r>
              <a:t>animateFloatAsState: анимирует значения типа Float</a:t>
            </a:r>
          </a:p>
          <a:p>
            <a:pPr marL="160421" indent="-160421">
              <a:buSzPct val="100000"/>
              <a:buChar char="•"/>
            </a:pPr>
            <a:r>
              <a:t>animateIntAsState: анимирует значения типа Int</a:t>
            </a:r>
          </a:p>
          <a:p>
            <a:pPr marL="160421" indent="-160421">
              <a:buSzPct val="100000"/>
              <a:buChar char="•"/>
            </a:pPr>
            <a:r>
              <a:t>animateColorAsState: анимирует значения типа Color</a:t>
            </a:r>
          </a:p>
          <a:p>
            <a:pPr marL="160421" indent="-160421">
              <a:buSzPct val="100000"/>
              <a:buChar char="•"/>
            </a:pPr>
            <a:r>
              <a:t>animateDpAsState: анимирует значения типа Dp</a:t>
            </a:r>
          </a:p>
          <a:p>
            <a:pPr marL="160421" indent="-160421">
              <a:buSzPct val="100000"/>
              <a:buChar char="•"/>
            </a:pPr>
            <a:r>
              <a:t>animateOffsetAsState: анимирует значения типа Offset</a:t>
            </a:r>
          </a:p>
          <a:p>
            <a:pPr marL="160421" indent="-160421">
              <a:buSzPct val="100000"/>
              <a:buChar char="•"/>
            </a:pPr>
            <a:r>
              <a:t>animateSizeAsState: анимирует значения типа Size</a:t>
            </a:r>
          </a:p>
        </p:txBody>
      </p:sp>
      <p:sp>
        <p:nvSpPr>
          <p:cNvPr id="774" name="animate*AsSta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animate*AsState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updateTransition"/>
          <p:cNvSpPr txBox="1"/>
          <p:nvPr>
            <p:ph type="title"/>
          </p:nvPr>
        </p:nvSpPr>
        <p:spPr>
          <a:xfrm>
            <a:off x="603172" y="1119966"/>
            <a:ext cx="6797265" cy="1828194"/>
          </a:xfrm>
          <a:prstGeom prst="rect">
            <a:avLst/>
          </a:prstGeom>
        </p:spPr>
        <p:txBody>
          <a:bodyPr/>
          <a:lstStyle/>
          <a:p>
            <a:pPr/>
            <a:r>
              <a:t>updateTransition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updateTransition - это API для создания анимаций перехода между состояниями в Jetpack Compose. Он позволяет анимировать несколько значений одновременно при изменении состояния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updateTransition - это API для создания анимаций перехода между состояниями в Jetpack Compose. Он позволяет анимировать несколько значений одновременно при изменении состояния.</a:t>
            </a:r>
          </a:p>
          <a:p>
            <a:pPr marL="160421" indent="-160421">
              <a:buSzPct val="100000"/>
              <a:buChar char="•"/>
            </a:pPr>
            <a:r>
              <a:t>Группирует несколько анимаций, связанных с одним состоянием</a:t>
            </a:r>
          </a:p>
          <a:p>
            <a:pPr marL="160421" indent="-160421">
              <a:buSzPct val="100000"/>
              <a:buChar char="•"/>
            </a:pPr>
            <a:r>
              <a:t>Обеспечивает синхронизацию анимаций при изменении состояния</a:t>
            </a:r>
          </a:p>
          <a:p>
            <a:pPr marL="160421" indent="-160421">
              <a:buSzPct val="100000"/>
              <a:buChar char="•"/>
            </a:pPr>
            <a:r>
              <a:t>Позволяет определять различные спецификации анимации для каждого значения</a:t>
            </a:r>
          </a:p>
          <a:p>
            <a:pPr marL="160421" indent="-160421">
              <a:buSzPct val="100000"/>
              <a:buChar char="•"/>
            </a:pPr>
            <a:r>
              <a:t>Поддерживает типизированные состояния (enum, sealed class и др.)</a:t>
            </a:r>
          </a:p>
        </p:txBody>
      </p:sp>
      <p:sp>
        <p:nvSpPr>
          <p:cNvPr id="779" name="updateTransi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updateTransition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Когда нужно анимировать несколько свойств при изменении одного состояния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Когда нужно анимировать несколько свойств при изменении одного состояния</a:t>
            </a:r>
          </a:p>
          <a:p>
            <a:pPr marL="160421" indent="-160421">
              <a:buSzPct val="100000"/>
              <a:buChar char="•"/>
            </a:pPr>
            <a:r>
              <a:t>Для создания сложных переходов между различными состояниями UI</a:t>
            </a:r>
          </a:p>
          <a:p>
            <a:pPr marL="160421" indent="-160421">
              <a:buSzPct val="100000"/>
              <a:buChar char="•"/>
            </a:pPr>
            <a:r>
              <a:t>Когда требуется синхронизация нескольких анимаций</a:t>
            </a:r>
          </a:p>
          <a:p>
            <a:pPr marL="160421" indent="-160421">
              <a:buSzPct val="100000"/>
              <a:buChar char="•"/>
            </a:pPr>
            <a:r>
              <a:t>Для реализации анимированных компонентов с несколькими состояниями</a:t>
            </a:r>
          </a:p>
        </p:txBody>
      </p:sp>
      <p:sp>
        <p:nvSpPr>
          <p:cNvPr id="782" name="updateTransition. Когда использовать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updateTransition. Когда использовать?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AnimatedVisibility"/>
          <p:cNvSpPr txBox="1"/>
          <p:nvPr>
            <p:ph type="title"/>
          </p:nvPr>
        </p:nvSpPr>
        <p:spPr>
          <a:xfrm>
            <a:off x="603172" y="1119966"/>
            <a:ext cx="6797265" cy="1828194"/>
          </a:xfrm>
          <a:prstGeom prst="rect">
            <a:avLst/>
          </a:prstGeom>
        </p:spPr>
        <p:txBody>
          <a:bodyPr/>
          <a:lstStyle>
            <a:lvl1pPr defTabSz="859536">
              <a:defRPr sz="6204"/>
            </a:lvl1pPr>
          </a:lstStyle>
          <a:p>
            <a:pPr/>
            <a:r>
              <a:t>AnimatedVisibility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Анимирует появление и исчезновение контента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Анимирует появление и исчезновение контента</a:t>
            </a:r>
          </a:p>
          <a:p>
            <a:pPr marL="160421" indent="-160421">
              <a:buSzPct val="100000"/>
              <a:buChar char="•"/>
            </a:pPr>
            <a:r>
              <a:t>Поддерживает различные типы анимаций входа и выхода</a:t>
            </a:r>
          </a:p>
          <a:p>
            <a:pPr marL="160421" indent="-160421">
              <a:buSzPct val="100000"/>
              <a:buChar char="•"/>
            </a:pPr>
            <a:r>
              <a:t>Позволяет комбинировать анимации с помощью оператора "+"</a:t>
            </a:r>
          </a:p>
          <a:p>
            <a:pPr marL="160421" indent="-160421">
              <a:buSzPct val="100000"/>
              <a:buChar char="•"/>
            </a:pPr>
            <a:r>
              <a:t>Предоставляет доступ к AnimatedVisibilityScope для дополнительных анимаций</a:t>
            </a:r>
          </a:p>
        </p:txBody>
      </p:sp>
      <p:sp>
        <p:nvSpPr>
          <p:cNvPr id="787" name="AnimatedVisi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AnimatedVisibility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fade(In/Out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fade(In/Out)</a:t>
            </a:r>
          </a:p>
          <a:p>
            <a:pPr marL="160421" indent="-160421">
              <a:buSzPct val="100000"/>
              <a:buChar char="•"/>
            </a:pPr>
            <a:r>
              <a:t>slide(In/Out)Vertically</a:t>
            </a:r>
          </a:p>
          <a:p>
            <a:pPr marL="160421" indent="-160421">
              <a:buSzPct val="100000"/>
              <a:buChar char="•"/>
            </a:pPr>
            <a:r>
              <a:t>slide(In/Out)Horizontally</a:t>
            </a:r>
          </a:p>
          <a:p>
            <a:pPr marL="160421" indent="-160421">
              <a:buSzPct val="100000"/>
              <a:buChar char="•"/>
            </a:pPr>
            <a:r>
              <a:t>(expand/shrink)Vertically</a:t>
            </a:r>
          </a:p>
          <a:p>
            <a:pPr marL="160421" indent="-160421">
              <a:buSzPct val="100000"/>
              <a:buChar char="•"/>
            </a:pPr>
            <a:r>
              <a:t>(expand/shrink)Horizontally</a:t>
            </a:r>
          </a:p>
          <a:p>
            <a:pPr marL="160421" indent="-160421">
              <a:buSzPct val="100000"/>
              <a:buChar char="•"/>
            </a:pPr>
            <a:r>
              <a:t>expandIn/shrinkOut</a:t>
            </a:r>
          </a:p>
          <a:p>
            <a:pPr marL="160421" indent="-160421">
              <a:buSzPct val="100000"/>
              <a:buChar char="•"/>
            </a:pPr>
            <a:r>
              <a:t>scale(In/Out)</a:t>
            </a:r>
          </a:p>
        </p:txBody>
      </p:sp>
      <p:sp>
        <p:nvSpPr>
          <p:cNvPr id="790" name="AnimatedVisi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AnimatedVisibility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AnimatedContent"/>
          <p:cNvSpPr txBox="1"/>
          <p:nvPr>
            <p:ph type="title"/>
          </p:nvPr>
        </p:nvSpPr>
        <p:spPr>
          <a:xfrm>
            <a:off x="603172" y="1119966"/>
            <a:ext cx="6797265" cy="1828194"/>
          </a:xfrm>
          <a:prstGeom prst="rect">
            <a:avLst/>
          </a:prstGeom>
        </p:spPr>
        <p:txBody>
          <a:bodyPr/>
          <a:lstStyle>
            <a:lvl1pPr defTabSz="877823">
              <a:defRPr sz="6335"/>
            </a:lvl1pPr>
          </a:lstStyle>
          <a:p>
            <a:pPr/>
            <a:r>
              <a:t>AnimatedContent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AnimatedContent - это компонент для анимации переходов между различным содержимым в Jetpack Compose. Он позволяет определить, как один контент анимированно заменяется другим при изменении состояния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AnimatedContent - это компонент для анимации переходов между различным содержимым в Jetpack Compose. Он позволяет определить, как один контент анимированно заменяется другим при изменении состояния.</a:t>
            </a:r>
          </a:p>
          <a:p>
            <a:pPr marL="160421" indent="-160421">
              <a:buSzPct val="100000"/>
              <a:buChar char="•"/>
            </a:pPr>
            <a:r>
              <a:t>Анимирует переход между разным содержимым</a:t>
            </a:r>
          </a:p>
          <a:p>
            <a:pPr marL="160421" indent="-160421">
              <a:buSzPct val="100000"/>
              <a:buChar char="•"/>
            </a:pPr>
            <a:r>
              <a:t>Поддерживает настраиваемые анимации перехода через ContentTransform</a:t>
            </a:r>
          </a:p>
          <a:p>
            <a:pPr marL="160421" indent="-160421">
              <a:buSzPct val="100000"/>
              <a:buChar char="•"/>
            </a:pPr>
            <a:r>
              <a:t>Позволяет определить, как новый контент заменяет старый</a:t>
            </a:r>
          </a:p>
          <a:p>
            <a:pPr marL="160421" indent="-160421">
              <a:buSzPct val="100000"/>
              <a:buChar char="•"/>
            </a:pPr>
            <a:r>
              <a:t>Автоматически управляет жизненным циклом анимации</a:t>
            </a:r>
          </a:p>
        </p:txBody>
      </p:sp>
      <p:sp>
        <p:nvSpPr>
          <p:cNvPr id="795" name="AnimatedCont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AnimatedContent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Crossfade"/>
          <p:cNvSpPr txBox="1"/>
          <p:nvPr>
            <p:ph type="title"/>
          </p:nvPr>
        </p:nvSpPr>
        <p:spPr>
          <a:xfrm>
            <a:off x="603172" y="1119966"/>
            <a:ext cx="6797265" cy="1828194"/>
          </a:xfrm>
          <a:prstGeom prst="rect">
            <a:avLst/>
          </a:prstGeom>
        </p:spPr>
        <p:txBody>
          <a:bodyPr/>
          <a:lstStyle/>
          <a:p>
            <a:pPr/>
            <a:r>
              <a:t>Crossfade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Crossfade - это компонент для создания плавного перехода между различным содержимым через анимацию прозрачности в Jetpack Compose. Он специализируется на создании эффекта плавного затухания одного контента и появления другого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Crossfade - это компонент для создания плавного перехода между различным содержимым через анимацию прозрачности в Jetpack Compose. Он специализируется на создании эффекта плавного затухания одного контента и появления другого.</a:t>
            </a:r>
          </a:p>
          <a:p>
            <a:pPr marL="160421" indent="-160421">
              <a:buSzPct val="100000"/>
              <a:buChar char="•"/>
            </a:pPr>
            <a:r>
              <a:t>Создает эффект плавного перехода между разным содержимым</a:t>
            </a:r>
          </a:p>
          <a:p>
            <a:pPr marL="160421" indent="-160421">
              <a:buSzPct val="100000"/>
              <a:buChar char="•"/>
            </a:pPr>
            <a:r>
              <a:t>Использует анимацию прозрачности (fade) для создания эффекта</a:t>
            </a:r>
          </a:p>
          <a:p>
            <a:pPr marL="160421" indent="-160421">
              <a:buSzPct val="100000"/>
              <a:buChar char="•"/>
            </a:pPr>
            <a:r>
              <a:t>Автоматически определяет, когда содержимое изменилось</a:t>
            </a:r>
          </a:p>
          <a:p>
            <a:pPr marL="160421" indent="-160421">
              <a:buSzPct val="100000"/>
              <a:buChar char="•"/>
            </a:pPr>
            <a:r>
              <a:t>Предоставляет простой API для частого случая анимации изменения содержимого</a:t>
            </a:r>
          </a:p>
        </p:txBody>
      </p:sp>
      <p:sp>
        <p:nvSpPr>
          <p:cNvPr id="800" name="Crossfa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Crossfade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animateContentSize"/>
          <p:cNvSpPr txBox="1"/>
          <p:nvPr>
            <p:ph type="title"/>
          </p:nvPr>
        </p:nvSpPr>
        <p:spPr>
          <a:xfrm>
            <a:off x="603172" y="1119966"/>
            <a:ext cx="7539218" cy="1828194"/>
          </a:xfrm>
          <a:prstGeom prst="rect">
            <a:avLst/>
          </a:prstGeom>
        </p:spPr>
        <p:txBody>
          <a:bodyPr/>
          <a:lstStyle>
            <a:lvl1pPr defTabSz="859536">
              <a:defRPr sz="6204"/>
            </a:lvl1pPr>
          </a:lstStyle>
          <a:p>
            <a:pPr/>
            <a:r>
              <a:t>animateContentSize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animateContentSize - это модификатор, который добавляет анимацию изменения размера компонента в Jetpack Compose. Он автоматически анимирует изменения размера содержимого, когда оно меняется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animateContentSize - это модификатор, который добавляет анимацию изменения размера компонента в Jetpack Compose. Он автоматически анимирует изменения размера содержимого, когда оно меняется.</a:t>
            </a:r>
          </a:p>
          <a:p>
            <a:pPr marL="160421" indent="-160421">
              <a:buSzPct val="100000"/>
              <a:buChar char="•"/>
            </a:pPr>
            <a:r>
              <a:t>Анимирует изменение размера компонента</a:t>
            </a:r>
          </a:p>
          <a:p>
            <a:pPr marL="160421" indent="-160421">
              <a:buSzPct val="100000"/>
              <a:buChar char="•"/>
            </a:pPr>
            <a:r>
              <a:t>Применяется как модификатор к любому компоненту</a:t>
            </a:r>
          </a:p>
          <a:p>
            <a:pPr marL="160421" indent="-160421">
              <a:buSzPct val="100000"/>
              <a:buChar char="•"/>
            </a:pPr>
            <a:r>
              <a:t>Автоматически реагирует на изменения содержимого</a:t>
            </a:r>
          </a:p>
          <a:p>
            <a:pPr marL="160421" indent="-160421">
              <a:buSzPct val="100000"/>
              <a:buChar char="•"/>
            </a:pPr>
            <a:r>
              <a:t>Поддерживает настройку спецификации анимации</a:t>
            </a:r>
          </a:p>
        </p:txBody>
      </p:sp>
      <p:sp>
        <p:nvSpPr>
          <p:cNvPr id="805" name="animateContentS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animateContentSize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AnchoredDraggable"/>
          <p:cNvSpPr txBox="1"/>
          <p:nvPr>
            <p:ph type="title"/>
          </p:nvPr>
        </p:nvSpPr>
        <p:spPr>
          <a:xfrm>
            <a:off x="603172" y="1119966"/>
            <a:ext cx="7575344" cy="1828194"/>
          </a:xfrm>
          <a:prstGeom prst="rect">
            <a:avLst/>
          </a:prstGeom>
        </p:spPr>
        <p:txBody>
          <a:bodyPr/>
          <a:lstStyle>
            <a:lvl1pPr defTabSz="859536">
              <a:defRPr sz="6204"/>
            </a:lvl1pPr>
          </a:lstStyle>
          <a:p>
            <a:pPr/>
            <a:r>
              <a:t>AnchoredDraggable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AnchoredDraggable - это API для создания перетаскиваемых элементов с фиксированными позициями (якорями) в Jetpack Compose. Он позволяет определить несколько позиций, между которыми пользователь может перетаскивать элемент, с автоматической анимацией к бл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AnchoredDraggable - это API для создания перетаскиваемых элементов с фиксированными позициями (якорями) в Jetpack Compose. Он позволяет определить несколько позиций, между которыми пользователь может перетаскивать элемент, с автоматической анимацией к ближайшему якорю при отпускании.</a:t>
            </a:r>
          </a:p>
          <a:p>
            <a:pPr marL="160421" indent="-160421">
              <a:buSzPct val="100000"/>
              <a:buChar char="•"/>
            </a:pPr>
            <a:r>
              <a:t>Создает перетаскиваемый элемент с фиксированными позициями</a:t>
            </a:r>
          </a:p>
          <a:p>
            <a:pPr marL="160421" indent="-160421">
              <a:buSzPct val="100000"/>
              <a:buChar char="•"/>
            </a:pPr>
            <a:r>
              <a:t>Автоматически анимирует к ближайшему якорю при отпускании</a:t>
            </a:r>
          </a:p>
          <a:p>
            <a:pPr marL="160421" indent="-160421">
              <a:buSzPct val="100000"/>
              <a:buChar char="•"/>
            </a:pPr>
            <a:r>
              <a:t>Поддерживает программное управление позицией</a:t>
            </a:r>
          </a:p>
          <a:p>
            <a:pPr marL="160421" indent="-160421">
              <a:buSzPct val="100000"/>
              <a:buChar char="•"/>
            </a:pPr>
            <a:r>
              <a:t>Предоставляет информацию о текущем состоянии перетаскивания</a:t>
            </a:r>
          </a:p>
          <a:p>
            <a:pPr marL="160421" indent="-160421">
              <a:buSzPct val="100000"/>
              <a:buChar char="•"/>
            </a:pPr>
            <a:r>
              <a:t>Работает как в горизонтальном, так и в вертикальном направлении</a:t>
            </a:r>
          </a:p>
        </p:txBody>
      </p:sp>
      <p:sp>
        <p:nvSpPr>
          <p:cNvPr id="810" name="AnchoredDragga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AnchoredDraggable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Modifier.animateItem"/>
          <p:cNvSpPr txBox="1"/>
          <p:nvPr>
            <p:ph type="title"/>
          </p:nvPr>
        </p:nvSpPr>
        <p:spPr>
          <a:xfrm>
            <a:off x="603172" y="1119966"/>
            <a:ext cx="8295316" cy="1828194"/>
          </a:xfrm>
          <a:prstGeom prst="rect">
            <a:avLst/>
          </a:prstGeom>
        </p:spPr>
        <p:txBody>
          <a:bodyPr/>
          <a:lstStyle>
            <a:lvl1pPr defTabSz="896111">
              <a:defRPr sz="6468"/>
            </a:lvl1pPr>
          </a:lstStyle>
          <a:p>
            <a:pPr/>
            <a:r>
              <a:t>Modifier.animateItem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animateItem – это модификатор, который добавляет анимацию перемещения элементов в LazyList (LazyColumn, LazyRow) в Jetpack Compose. Он автоматически анимирует изменение позиции элемента при перестановке, добавлении или удалении элементов в списке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animateItem – это модификатор, который добавляет анимацию перемещения элементов в LazyList (LazyColumn, LazyRow) в Jetpack Compose. Он автоматически анимирует изменение позиции элемента при перестановке, добавлении или удалении элементов в списке.</a:t>
            </a:r>
          </a:p>
          <a:p>
            <a:pPr marL="160421" indent="-160421">
              <a:buSzPct val="100000"/>
              <a:buChar char="•"/>
            </a:pPr>
            <a:r>
              <a:t>Анимирует изменение позиции элементов в LazyList</a:t>
            </a:r>
          </a:p>
          <a:p>
            <a:pPr marL="160421" indent="-160421">
              <a:buSzPct val="100000"/>
              <a:buChar char="•"/>
            </a:pPr>
            <a:r>
              <a:t>Применяется как модификатор к элементам внутри LazyColumn или LazyRow</a:t>
            </a:r>
          </a:p>
          <a:p>
            <a:pPr marL="160421" indent="-160421">
              <a:buSzPct val="100000"/>
              <a:buChar char="•"/>
            </a:pPr>
            <a:r>
              <a:t>Автоматически реагирует на изменения в списке</a:t>
            </a:r>
          </a:p>
          <a:p>
            <a:pPr marL="160421" indent="-160421">
              <a:buSzPct val="100000"/>
              <a:buChar char="•"/>
            </a:pPr>
            <a:r>
              <a:t>Поддерживает настройку спецификации анимации</a:t>
            </a:r>
          </a:p>
        </p:txBody>
      </p:sp>
      <p:sp>
        <p:nvSpPr>
          <p:cNvPr id="815" name="animateIt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animateItem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Заголовок 1"/>
          <p:cNvSpPr txBox="1"/>
          <p:nvPr>
            <p:ph type="title"/>
          </p:nvPr>
        </p:nvSpPr>
        <p:spPr>
          <a:xfrm>
            <a:off x="603171" y="1119966"/>
            <a:ext cx="5103284" cy="288320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Custom Layout, Modifier, drawings</a:t>
            </a:r>
          </a:p>
        </p:txBody>
      </p:sp>
      <p:grpSp>
        <p:nvGrpSpPr>
          <p:cNvPr id="823" name="Группа 2"/>
          <p:cNvGrpSpPr/>
          <p:nvPr/>
        </p:nvGrpSpPr>
        <p:grpSpPr>
          <a:xfrm>
            <a:off x="658812" y="6058472"/>
            <a:ext cx="1716088" cy="142303"/>
            <a:chOff x="0" y="0"/>
            <a:chExt cx="1716086" cy="142301"/>
          </a:xfrm>
        </p:grpSpPr>
        <p:sp>
          <p:nvSpPr>
            <p:cNvPr id="818" name="Овал 3"/>
            <p:cNvSpPr/>
            <p:nvPr/>
          </p:nvSpPr>
          <p:spPr>
            <a:xfrm>
              <a:off x="-1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19" name="Овал 4"/>
            <p:cNvSpPr/>
            <p:nvPr/>
          </p:nvSpPr>
          <p:spPr>
            <a:xfrm>
              <a:off x="393446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0" name="Овал 5"/>
            <p:cNvSpPr/>
            <p:nvPr/>
          </p:nvSpPr>
          <p:spPr>
            <a:xfrm>
              <a:off x="786892" y="0"/>
              <a:ext cx="142303" cy="1423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1" name="Овал 6"/>
            <p:cNvSpPr/>
            <p:nvPr/>
          </p:nvSpPr>
          <p:spPr>
            <a:xfrm>
              <a:off x="1180338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2" name="Овал 7"/>
            <p:cNvSpPr/>
            <p:nvPr/>
          </p:nvSpPr>
          <p:spPr>
            <a:xfrm>
              <a:off x="1573784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Custom Modifi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Custom Modifiers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drawBehin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drawBehind</a:t>
            </a:r>
          </a:p>
          <a:p>
            <a:pPr marL="160421" indent="-160421">
              <a:buSzPct val="100000"/>
              <a:buChar char="•"/>
            </a:pPr>
            <a:r>
              <a:t>drawWithContent</a:t>
            </a:r>
          </a:p>
          <a:p>
            <a:pPr marL="160421" indent="-160421">
              <a:buSzPct val="100000"/>
              <a:buChar char="•"/>
            </a:pPr>
            <a:r>
              <a:t>drawWithCache</a:t>
            </a:r>
          </a:p>
          <a:p>
            <a:pPr marL="160421" indent="-160421">
              <a:buSzPct val="100000"/>
              <a:buChar char="•"/>
            </a:pPr>
            <a:r>
              <a:t>Комбинирование</a:t>
            </a:r>
          </a:p>
          <a:p>
            <a:pPr marL="160421" indent="-160421">
              <a:buSzPct val="100000"/>
              <a:buChar char="•"/>
            </a:pPr>
            <a:r>
              <a:t>Кастомный модификатор</a:t>
            </a:r>
          </a:p>
        </p:txBody>
      </p:sp>
      <p:sp>
        <p:nvSpPr>
          <p:cNvPr id="828" name="Custom Modifi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 Modifiers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Canvas Draw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Canvas Drawing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Canvas - это компонент, который предоставляет область для рисования с использованием графических примитивов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Canvas - это компонент, который предоставляет область для рисования с использованием графических примитивов.</a:t>
            </a:r>
          </a:p>
          <a:p>
            <a:pPr marL="160421" indent="-160421">
              <a:buSzPct val="100000"/>
              <a:buChar char="•"/>
            </a:pPr>
            <a:r>
              <a:t>Можно рисовать различные фигуры</a:t>
            </a:r>
          </a:p>
          <a:p>
            <a:pPr marL="160421" indent="-160421">
              <a:buSzPct val="100000"/>
              <a:buChar char="•"/>
            </a:pPr>
            <a:r>
              <a:t>Также произвольные формы с помощью Path</a:t>
            </a:r>
          </a:p>
          <a:p>
            <a:pPr marL="160421" indent="-160421">
              <a:buSzPct val="100000"/>
              <a:buChar char="•"/>
            </a:pPr>
            <a:r>
              <a:t>Можно применять трансформации</a:t>
            </a:r>
          </a:p>
        </p:txBody>
      </p:sp>
      <p:sp>
        <p:nvSpPr>
          <p:cNvPr id="833" name="Canvas Draw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Canvas Drawing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Custom Layou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Custom Layouts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Кастомные лейауты в Compose создаются с использованием функции Layout или модификатора layou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Кастомные лейауты в Compose создаются с использованием функции Layout или модификатора layout.</a:t>
            </a:r>
          </a:p>
          <a:p>
            <a:pPr marL="160421" indent="-160421">
              <a:buSzPct val="100000"/>
              <a:buChar char="•"/>
            </a:pPr>
            <a:r>
              <a:t>Модификатор layout позволяет изменить способ измерения и размещения компонента.</a:t>
            </a:r>
          </a:p>
          <a:p>
            <a:pPr marL="160421" indent="-160421">
              <a:buSzPct val="100000"/>
              <a:buChar char="•"/>
            </a:pPr>
            <a:r>
              <a:t>Функция `Layout` позволяет создавать компоненты, которые управляют размещением нескольких дочерних элементов.</a:t>
            </a:r>
          </a:p>
          <a:p>
            <a:pPr marL="160421" indent="-160421">
              <a:buSzPct val="100000"/>
              <a:buChar char="•"/>
            </a:pPr>
            <a:r>
              <a:t>Можно использовать SubcomposeLayout, в котором будет известны ширина и высота лэйаута (пример: BoxWithConstraints)</a:t>
            </a:r>
          </a:p>
        </p:txBody>
      </p:sp>
      <p:sp>
        <p:nvSpPr>
          <p:cNvPr id="838" name="Custom Layou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Custom Layouts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Заголовок 1"/>
          <p:cNvSpPr txBox="1"/>
          <p:nvPr>
            <p:ph type="title"/>
          </p:nvPr>
        </p:nvSpPr>
        <p:spPr>
          <a:xfrm>
            <a:off x="603171" y="1119966"/>
            <a:ext cx="5103284" cy="288320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Навигация Advanced</a:t>
            </a:r>
          </a:p>
        </p:txBody>
      </p:sp>
      <p:grpSp>
        <p:nvGrpSpPr>
          <p:cNvPr id="846" name="Группа 2"/>
          <p:cNvGrpSpPr/>
          <p:nvPr/>
        </p:nvGrpSpPr>
        <p:grpSpPr>
          <a:xfrm>
            <a:off x="658812" y="6058472"/>
            <a:ext cx="1716088" cy="142303"/>
            <a:chOff x="0" y="0"/>
            <a:chExt cx="1716086" cy="142301"/>
          </a:xfrm>
        </p:grpSpPr>
        <p:sp>
          <p:nvSpPr>
            <p:cNvPr id="841" name="Овал 3"/>
            <p:cNvSpPr/>
            <p:nvPr/>
          </p:nvSpPr>
          <p:spPr>
            <a:xfrm>
              <a:off x="-1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2" name="Овал 4"/>
            <p:cNvSpPr/>
            <p:nvPr/>
          </p:nvSpPr>
          <p:spPr>
            <a:xfrm>
              <a:off x="393446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3" name="Овал 5"/>
            <p:cNvSpPr/>
            <p:nvPr/>
          </p:nvSpPr>
          <p:spPr>
            <a:xfrm>
              <a:off x="786892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4" name="Овал 6"/>
            <p:cNvSpPr/>
            <p:nvPr/>
          </p:nvSpPr>
          <p:spPr>
            <a:xfrm>
              <a:off x="1180338" y="0"/>
              <a:ext cx="142303" cy="1423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45" name="Овал 7"/>
            <p:cNvSpPr/>
            <p:nvPr/>
          </p:nvSpPr>
          <p:spPr>
            <a:xfrm>
              <a:off x="1573784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Decompose – больше чем просто навигация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Decompose – больше чем просто навигация</a:t>
            </a:r>
          </a:p>
          <a:p>
            <a:pPr marL="160421" indent="-160421">
              <a:buSzPct val="100000"/>
              <a:buChar char="•"/>
            </a:pPr>
            <a:r>
              <a:t>Способ построения компонентной архитектуры</a:t>
            </a:r>
          </a:p>
        </p:txBody>
      </p:sp>
      <p:sp>
        <p:nvSpPr>
          <p:cNvPr id="849" name="Decompo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Decompose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StateKeeper — для сохранения и восстановления состояния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StateKeeper — для сохранения и восстановления состояния</a:t>
            </a:r>
          </a:p>
          <a:p>
            <a:pPr marL="160421" indent="-160421">
              <a:buSzPct val="100000"/>
              <a:buChar char="•"/>
            </a:pPr>
            <a:r>
              <a:t>InstanceKeeper — для сохранения экземпляров объектов (например, ViewModel)</a:t>
            </a:r>
          </a:p>
          <a:p>
            <a:pPr marL="160421" indent="-160421">
              <a:buSzPct val="100000"/>
              <a:buChar char="•"/>
            </a:pPr>
            <a:r>
              <a:t>BackHandler — для обработки нажатия кнопки "Назад"</a:t>
            </a:r>
          </a:p>
          <a:p>
            <a:pPr marL="160421" indent="-160421">
              <a:buSzPct val="100000"/>
              <a:buChar char="•"/>
            </a:pPr>
            <a:r>
              <a:t>Lifecycle — для отслеживания жизненного цикла компонента</a:t>
            </a:r>
          </a:p>
        </p:txBody>
      </p:sp>
      <p:sp>
        <p:nvSpPr>
          <p:cNvPr id="852" name="ComponentCon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ComponentContext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tack — стек экранов (как в обычной навигации Android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Stack — стек экранов (как в обычной навигации Android)</a:t>
            </a:r>
          </a:p>
          <a:p>
            <a:pPr marL="160421" indent="-160421">
              <a:buSzPct val="100000"/>
              <a:buChar char="•"/>
            </a:pPr>
            <a:r>
              <a:t>Slot — слот для одного экрана (как в модальных окнах)</a:t>
            </a:r>
          </a:p>
          <a:p>
            <a:pPr marL="160421" indent="-160421">
              <a:buSzPct val="100000"/>
              <a:buChar char="•"/>
            </a:pPr>
            <a:r>
              <a:t>Child — простой дочерний компонент</a:t>
            </a:r>
          </a:p>
        </p:txBody>
      </p:sp>
      <p:sp>
        <p:nvSpPr>
          <p:cNvPr id="855" name="Навигац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Навигация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StateKeeper – сохранения и восстановления состояния при уничтожении и пересоздании компонента (например, при повороте экрана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60421" indent="-160421">
              <a:buSzPct val="100000"/>
              <a:buChar char="•"/>
            </a:pPr>
            <a:r>
              <a:t>StateKeeper – сохранения и восстановления состояния при уничтожении и пересоздании компонента (например, при повороте экрана).</a:t>
            </a:r>
          </a:p>
          <a:p>
            <a:pPr marL="160421" indent="-160421">
              <a:buSzPct val="100000"/>
              <a:buChar char="•"/>
            </a:pPr>
            <a:r>
              <a:t>InstanceKeeper – для сохранения экземпляров объектов (например, ViewModel) при уничтожении и пересоздании компонента.</a:t>
            </a:r>
          </a:p>
        </p:txBody>
      </p:sp>
      <p:sp>
        <p:nvSpPr>
          <p:cNvPr id="858" name="Сохранение состоя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Сохранение состояния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Заголовок 1"/>
          <p:cNvSpPr txBox="1"/>
          <p:nvPr>
            <p:ph type="title"/>
          </p:nvPr>
        </p:nvSpPr>
        <p:spPr>
          <a:xfrm>
            <a:off x="603171" y="1119966"/>
            <a:ext cx="5103284" cy="2883203"/>
          </a:xfrm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Бонус: Compose Multiplatform</a:t>
            </a:r>
          </a:p>
        </p:txBody>
      </p:sp>
      <p:grpSp>
        <p:nvGrpSpPr>
          <p:cNvPr id="866" name="Группа 2"/>
          <p:cNvGrpSpPr/>
          <p:nvPr/>
        </p:nvGrpSpPr>
        <p:grpSpPr>
          <a:xfrm>
            <a:off x="658812" y="6058472"/>
            <a:ext cx="1716088" cy="142303"/>
            <a:chOff x="0" y="0"/>
            <a:chExt cx="1716086" cy="142301"/>
          </a:xfrm>
        </p:grpSpPr>
        <p:sp>
          <p:nvSpPr>
            <p:cNvPr id="861" name="Овал 3"/>
            <p:cNvSpPr/>
            <p:nvPr/>
          </p:nvSpPr>
          <p:spPr>
            <a:xfrm>
              <a:off x="-1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62" name="Овал 4"/>
            <p:cNvSpPr/>
            <p:nvPr/>
          </p:nvSpPr>
          <p:spPr>
            <a:xfrm>
              <a:off x="393446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63" name="Овал 5"/>
            <p:cNvSpPr/>
            <p:nvPr/>
          </p:nvSpPr>
          <p:spPr>
            <a:xfrm>
              <a:off x="786892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64" name="Овал 6"/>
            <p:cNvSpPr/>
            <p:nvPr/>
          </p:nvSpPr>
          <p:spPr>
            <a:xfrm>
              <a:off x="1180338" y="0"/>
              <a:ext cx="142303" cy="142302"/>
            </a:xfrm>
            <a:prstGeom prst="ellipse">
              <a:avLst/>
            </a:prstGeom>
            <a:solidFill>
              <a:schemeClr val="accent6">
                <a:lumOff val="392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65" name="Овал 7"/>
            <p:cNvSpPr/>
            <p:nvPr/>
          </p:nvSpPr>
          <p:spPr>
            <a:xfrm>
              <a:off x="1573784" y="0"/>
              <a:ext cx="142303" cy="142302"/>
            </a:xfrm>
            <a:prstGeom prst="ellipse">
              <a:avLst/>
            </a:pr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000000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Спасибо за внимание!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New Color">
      <a:dk1>
        <a:srgbClr val="000000"/>
      </a:dk1>
      <a:lt1>
        <a:srgbClr val="FE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00FF"/>
      </a:hlink>
      <a:folHlink>
        <a:srgbClr val="FF00FF"/>
      </a:folHlink>
    </a:clrScheme>
    <a:fontScheme name="VK New Colo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VK New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FEFFFF"/>
            </a:solidFill>
            <a:effectLst/>
            <a:uFillTx/>
            <a:latin typeface="SF Pro Text Light"/>
            <a:ea typeface="SF Pro Text Light"/>
            <a:cs typeface="SF Pro Text Light"/>
            <a:sym typeface="SF Pro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FEFFFF"/>
            </a:solidFill>
            <a:effectLst/>
            <a:uFillTx/>
            <a:latin typeface="SF Pro Text Light"/>
            <a:ea typeface="SF Pro Text Light"/>
            <a:cs typeface="SF Pro Text Light"/>
            <a:sym typeface="SF Pro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VK New Color">
  <a:themeElements>
    <a:clrScheme name="VK New 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7DECF8"/>
      </a:accent4>
      <a:accent5>
        <a:srgbClr val="919191"/>
      </a:accent5>
      <a:accent6>
        <a:srgbClr val="F5F5F5"/>
      </a:accent6>
      <a:hlink>
        <a:srgbClr val="0000FF"/>
      </a:hlink>
      <a:folHlink>
        <a:srgbClr val="FF00FF"/>
      </a:folHlink>
    </a:clrScheme>
    <a:fontScheme name="VK New Color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VK New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FEFFFF"/>
            </a:solidFill>
            <a:effectLst/>
            <a:uFillTx/>
            <a:latin typeface="SF Pro Text Light"/>
            <a:ea typeface="SF Pro Text Light"/>
            <a:cs typeface="SF Pro Text Light"/>
            <a:sym typeface="SF Pro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6000" tIns="36000" rIns="36000" bIns="3600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FEFFFF"/>
            </a:solidFill>
            <a:effectLst/>
            <a:uFillTx/>
            <a:latin typeface="SF Pro Text Light"/>
            <a:ea typeface="SF Pro Text Light"/>
            <a:cs typeface="SF Pro Text Light"/>
            <a:sym typeface="SF Pro Text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