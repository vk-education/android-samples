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notesSlides/notesSlide1.xml" ContentType="application/vnd.openxmlformats-officedocument.presentationml.notesSlide+xml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5FF"/>
          </a:solidFill>
        </a:fill>
      </a:tcStyle>
    </a:wholeTbl>
    <a:band2H>
      <a:tcTxStyle b="def" i="def"/>
      <a:tcStyle>
        <a:tcBdr/>
        <a:fill>
          <a:solidFill>
            <a:srgbClr val="E6EB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CD8"/>
          </a:solidFill>
        </a:fill>
      </a:tcStyle>
    </a:wholeTbl>
    <a:band2H>
      <a:tcTxStyle b="def" i="def"/>
      <a:tcStyle>
        <a:tcBdr/>
        <a:fill>
          <a:solidFill>
            <a:srgbClr val="FFE7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F0D8"/>
          </a:solidFill>
        </a:fill>
      </a:tcStyle>
    </a:wholeTbl>
    <a:band2H>
      <a:tcTxStyle b="def" i="def"/>
      <a:tcStyle>
        <a:tcBdr/>
        <a:fill>
          <a:solidFill>
            <a:srgbClr val="E7F7E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Shape 59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7" name="Shape 59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Shape 7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6" name="Shape 7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Отсутствие ограничений вносит хаос :)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итульный слайд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4;p2"/>
          <p:cNvSpPr/>
          <p:nvPr/>
        </p:nvSpPr>
        <p:spPr>
          <a:xfrm>
            <a:off x="3066459" y="-1"/>
            <a:ext cx="9141308" cy="68579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5247" y="0"/>
                </a:lnTo>
                <a:lnTo>
                  <a:pt x="5264" y="224"/>
                </a:lnTo>
                <a:cubicBezTo>
                  <a:pt x="6034" y="8449"/>
                  <a:pt x="9024" y="14784"/>
                  <a:pt x="12452" y="15686"/>
                </a:cubicBezTo>
                <a:lnTo>
                  <a:pt x="12452" y="0"/>
                </a:lnTo>
                <a:lnTo>
                  <a:pt x="17681" y="0"/>
                </a:lnTo>
                <a:lnTo>
                  <a:pt x="17681" y="8069"/>
                </a:lnTo>
                <a:cubicBezTo>
                  <a:pt x="19007" y="7754"/>
                  <a:pt x="20229" y="6910"/>
                  <a:pt x="21286" y="5755"/>
                </a:cubicBezTo>
                <a:lnTo>
                  <a:pt x="21600" y="5388"/>
                </a:lnTo>
                <a:lnTo>
                  <a:pt x="21600" y="16444"/>
                </a:lnTo>
                <a:lnTo>
                  <a:pt x="21392" y="16258"/>
                </a:lnTo>
                <a:cubicBezTo>
                  <a:pt x="20401" y="15447"/>
                  <a:pt x="19187" y="14840"/>
                  <a:pt x="17681" y="14562"/>
                </a:cubicBezTo>
                <a:lnTo>
                  <a:pt x="17681" y="21600"/>
                </a:lnTo>
                <a:lnTo>
                  <a:pt x="9354" y="21600"/>
                </a:lnTo>
                <a:lnTo>
                  <a:pt x="9304" y="21566"/>
                </a:lnTo>
                <a:cubicBezTo>
                  <a:pt x="4189" y="17853"/>
                  <a:pt x="1138" y="10154"/>
                  <a:pt x="127" y="124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/>
            </a:pPr>
          </a:p>
        </p:txBody>
      </p:sp>
      <p:sp>
        <p:nvSpPr>
          <p:cNvPr id="52" name="Уровень текста 1…"/>
          <p:cNvSpPr txBox="1"/>
          <p:nvPr>
            <p:ph type="body" sz="quarter" idx="1"/>
          </p:nvPr>
        </p:nvSpPr>
        <p:spPr>
          <a:xfrm>
            <a:off x="658812" y="3307438"/>
            <a:ext cx="10224001" cy="277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000">
                <a:solidFill>
                  <a:srgbClr val="FFFFFF"/>
                </a:solidFill>
              </a:defRPr>
            </a:lvl1pPr>
            <a:lvl2pPr marL="1061357" indent="-489857">
              <a:lnSpc>
                <a:spcPct val="90000"/>
              </a:lnSpc>
              <a:spcBef>
                <a:spcPts val="0"/>
              </a:spcBef>
              <a:buSzPts val="2000"/>
              <a:defRPr sz="2000">
                <a:solidFill>
                  <a:srgbClr val="FFFFFF"/>
                </a:solidFill>
              </a:defRPr>
            </a:lvl2pPr>
            <a:lvl3pPr marL="1600200" indent="-571500">
              <a:lnSpc>
                <a:spcPct val="90000"/>
              </a:lnSpc>
              <a:spcBef>
                <a:spcPts val="0"/>
              </a:spcBef>
              <a:buSzPts val="2000"/>
              <a:defRPr sz="2000">
                <a:solidFill>
                  <a:srgbClr val="FFFFFF"/>
                </a:solidFill>
              </a:defRPr>
            </a:lvl3pPr>
            <a:lvl4pPr marL="1866900" indent="-381000">
              <a:lnSpc>
                <a:spcPct val="90000"/>
              </a:lnSpc>
              <a:spcBef>
                <a:spcPts val="0"/>
              </a:spcBef>
              <a:buSzPts val="2000"/>
              <a:defRPr sz="2000">
                <a:solidFill>
                  <a:srgbClr val="FFFFFF"/>
                </a:solidFill>
              </a:defRPr>
            </a:lvl4pPr>
            <a:lvl5pPr marL="2324100" indent="-381000">
              <a:lnSpc>
                <a:spcPct val="90000"/>
              </a:lnSpc>
              <a:spcBef>
                <a:spcPts val="0"/>
              </a:spcBef>
              <a:buSzPts val="2000"/>
              <a:defRPr sz="2000">
                <a:solidFill>
                  <a:srgbClr val="FFFFFF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" name="Текст заголовка"/>
          <p:cNvSpPr txBox="1"/>
          <p:nvPr>
            <p:ph type="title"/>
          </p:nvPr>
        </p:nvSpPr>
        <p:spPr>
          <a:xfrm>
            <a:off x="622261" y="1052209"/>
            <a:ext cx="10220326" cy="1834990"/>
          </a:xfrm>
          <a:prstGeom prst="rect">
            <a:avLst/>
          </a:prstGeom>
        </p:spPr>
        <p:txBody>
          <a:bodyPr anchor="b"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Текст заголовка</a:t>
            </a:r>
          </a:p>
        </p:txBody>
      </p:sp>
      <p:grpSp>
        <p:nvGrpSpPr>
          <p:cNvPr id="58" name="Google Shape;57;p2"/>
          <p:cNvGrpSpPr/>
          <p:nvPr/>
        </p:nvGrpSpPr>
        <p:grpSpPr>
          <a:xfrm>
            <a:off x="658071" y="5503764"/>
            <a:ext cx="697011" cy="697011"/>
            <a:chOff x="0" y="0"/>
            <a:chExt cx="697010" cy="697010"/>
          </a:xfrm>
        </p:grpSpPr>
        <p:grpSp>
          <p:nvGrpSpPr>
            <p:cNvPr id="56" name="Google Shape;58;p2"/>
            <p:cNvGrpSpPr/>
            <p:nvPr/>
          </p:nvGrpSpPr>
          <p:grpSpPr>
            <a:xfrm>
              <a:off x="-1" y="-1"/>
              <a:ext cx="697012" cy="697012"/>
              <a:chOff x="0" y="0"/>
              <a:chExt cx="697010" cy="697010"/>
            </a:xfrm>
          </p:grpSpPr>
          <p:sp>
            <p:nvSpPr>
              <p:cNvPr id="54" name="Google Shape;59;p2"/>
              <p:cNvSpPr/>
              <p:nvPr/>
            </p:nvSpPr>
            <p:spPr>
              <a:xfrm>
                <a:off x="-1" y="-1"/>
                <a:ext cx="697012" cy="6970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368"/>
                    </a:moveTo>
                    <a:cubicBezTo>
                      <a:pt x="0" y="5480"/>
                      <a:pt x="0" y="3037"/>
                      <a:pt x="1518" y="1518"/>
                    </a:cubicBezTo>
                    <a:cubicBezTo>
                      <a:pt x="3037" y="0"/>
                      <a:pt x="5480" y="0"/>
                      <a:pt x="10368" y="0"/>
                    </a:cubicBezTo>
                    <a:lnTo>
                      <a:pt x="11232" y="0"/>
                    </a:lnTo>
                    <a:cubicBezTo>
                      <a:pt x="16120" y="0"/>
                      <a:pt x="18563" y="0"/>
                      <a:pt x="20082" y="1518"/>
                    </a:cubicBezTo>
                    <a:cubicBezTo>
                      <a:pt x="21600" y="3037"/>
                      <a:pt x="21600" y="5480"/>
                      <a:pt x="21600" y="10368"/>
                    </a:cubicBezTo>
                    <a:lnTo>
                      <a:pt x="21600" y="11232"/>
                    </a:lnTo>
                    <a:cubicBezTo>
                      <a:pt x="21600" y="16120"/>
                      <a:pt x="21600" y="18563"/>
                      <a:pt x="20082" y="20082"/>
                    </a:cubicBezTo>
                    <a:cubicBezTo>
                      <a:pt x="18563" y="21600"/>
                      <a:pt x="16120" y="21600"/>
                      <a:pt x="11232" y="21600"/>
                    </a:cubicBezTo>
                    <a:lnTo>
                      <a:pt x="10368" y="21600"/>
                    </a:lnTo>
                    <a:cubicBezTo>
                      <a:pt x="5480" y="21600"/>
                      <a:pt x="3037" y="21600"/>
                      <a:pt x="1518" y="20082"/>
                    </a:cubicBezTo>
                    <a:cubicBezTo>
                      <a:pt x="0" y="18563"/>
                      <a:pt x="0" y="16120"/>
                      <a:pt x="0" y="11232"/>
                    </a:cubicBezTo>
                    <a:lnTo>
                      <a:pt x="0" y="10368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800"/>
                </a:pPr>
              </a:p>
            </p:txBody>
          </p:sp>
          <p:sp>
            <p:nvSpPr>
              <p:cNvPr id="55" name="Google Shape;60;p2"/>
              <p:cNvSpPr/>
              <p:nvPr/>
            </p:nvSpPr>
            <p:spPr>
              <a:xfrm>
                <a:off x="117621" y="212008"/>
                <a:ext cx="464966" cy="2901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765" y="21600"/>
                    </a:moveTo>
                    <a:cubicBezTo>
                      <a:pt x="4385" y="21600"/>
                      <a:pt x="175" y="13492"/>
                      <a:pt x="0" y="0"/>
                    </a:cubicBezTo>
                    <a:lnTo>
                      <a:pt x="3697" y="0"/>
                    </a:lnTo>
                    <a:cubicBezTo>
                      <a:pt x="3818" y="9903"/>
                      <a:pt x="6543" y="14097"/>
                      <a:pt x="8702" y="14962"/>
                    </a:cubicBezTo>
                    <a:lnTo>
                      <a:pt x="8702" y="0"/>
                    </a:lnTo>
                    <a:lnTo>
                      <a:pt x="12183" y="0"/>
                    </a:lnTo>
                    <a:lnTo>
                      <a:pt x="12183" y="8540"/>
                    </a:lnTo>
                    <a:cubicBezTo>
                      <a:pt x="14315" y="8173"/>
                      <a:pt x="16554" y="4281"/>
                      <a:pt x="17309" y="0"/>
                    </a:cubicBezTo>
                    <a:lnTo>
                      <a:pt x="20790" y="0"/>
                    </a:lnTo>
                    <a:cubicBezTo>
                      <a:pt x="20210" y="5276"/>
                      <a:pt x="17782" y="9168"/>
                      <a:pt x="16055" y="10768"/>
                    </a:cubicBezTo>
                    <a:cubicBezTo>
                      <a:pt x="17782" y="12065"/>
                      <a:pt x="20548" y="15459"/>
                      <a:pt x="21600" y="21600"/>
                    </a:cubicBezTo>
                    <a:lnTo>
                      <a:pt x="17768" y="21600"/>
                    </a:lnTo>
                    <a:cubicBezTo>
                      <a:pt x="16945" y="17492"/>
                      <a:pt x="14895" y="14314"/>
                      <a:pt x="12183" y="13881"/>
                    </a:cubicBezTo>
                    <a:lnTo>
                      <a:pt x="12183" y="21600"/>
                    </a:lnTo>
                    <a:lnTo>
                      <a:pt x="11765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800"/>
                </a:pPr>
              </a:p>
            </p:txBody>
          </p:sp>
        </p:grpSp>
        <p:sp>
          <p:nvSpPr>
            <p:cNvPr id="57" name="Google Shape;61;p2"/>
            <p:cNvSpPr/>
            <p:nvPr/>
          </p:nvSpPr>
          <p:spPr>
            <a:xfrm>
              <a:off x="117472" y="211699"/>
              <a:ext cx="463248" cy="290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5" fill="norm" stroke="1" extrusionOk="0">
                  <a:moveTo>
                    <a:pt x="3654" y="716"/>
                  </a:moveTo>
                  <a:cubicBezTo>
                    <a:pt x="3659" y="529"/>
                    <a:pt x="3634" y="343"/>
                    <a:pt x="3580" y="176"/>
                  </a:cubicBezTo>
                  <a:cubicBezTo>
                    <a:pt x="3561" y="135"/>
                    <a:pt x="3538" y="101"/>
                    <a:pt x="3511" y="74"/>
                  </a:cubicBezTo>
                  <a:cubicBezTo>
                    <a:pt x="3405" y="7"/>
                    <a:pt x="3290" y="-15"/>
                    <a:pt x="3177" y="9"/>
                  </a:cubicBezTo>
                  <a:lnTo>
                    <a:pt x="429" y="9"/>
                  </a:lnTo>
                  <a:cubicBezTo>
                    <a:pt x="246" y="9"/>
                    <a:pt x="153" y="9"/>
                    <a:pt x="91" y="81"/>
                  </a:cubicBezTo>
                  <a:cubicBezTo>
                    <a:pt x="65" y="112"/>
                    <a:pt x="43" y="151"/>
                    <a:pt x="27" y="195"/>
                  </a:cubicBezTo>
                  <a:cubicBezTo>
                    <a:pt x="-14" y="302"/>
                    <a:pt x="-2" y="454"/>
                    <a:pt x="27" y="750"/>
                  </a:cubicBezTo>
                  <a:cubicBezTo>
                    <a:pt x="1456" y="20644"/>
                    <a:pt x="8659" y="21514"/>
                    <a:pt x="11855" y="21552"/>
                  </a:cubicBezTo>
                  <a:cubicBezTo>
                    <a:pt x="12022" y="21552"/>
                    <a:pt x="12093" y="21552"/>
                    <a:pt x="12165" y="21488"/>
                  </a:cubicBezTo>
                  <a:cubicBezTo>
                    <a:pt x="12189" y="21461"/>
                    <a:pt x="12210" y="21427"/>
                    <a:pt x="12227" y="21389"/>
                  </a:cubicBezTo>
                  <a:cubicBezTo>
                    <a:pt x="12270" y="21294"/>
                    <a:pt x="12270" y="21157"/>
                    <a:pt x="12270" y="20891"/>
                  </a:cubicBezTo>
                  <a:lnTo>
                    <a:pt x="12270" y="13812"/>
                  </a:lnTo>
                  <a:cubicBezTo>
                    <a:pt x="16083" y="14869"/>
                    <a:pt x="17406" y="19386"/>
                    <a:pt x="17751" y="20997"/>
                  </a:cubicBezTo>
                  <a:cubicBezTo>
                    <a:pt x="17776" y="21160"/>
                    <a:pt x="17821" y="21314"/>
                    <a:pt x="17882" y="21450"/>
                  </a:cubicBezTo>
                  <a:cubicBezTo>
                    <a:pt x="17902" y="21478"/>
                    <a:pt x="17923" y="21503"/>
                    <a:pt x="17947" y="21522"/>
                  </a:cubicBezTo>
                  <a:cubicBezTo>
                    <a:pt x="18041" y="21569"/>
                    <a:pt x="18141" y="21585"/>
                    <a:pt x="18240" y="21568"/>
                  </a:cubicBezTo>
                  <a:lnTo>
                    <a:pt x="21100" y="21568"/>
                  </a:lnTo>
                  <a:cubicBezTo>
                    <a:pt x="21314" y="21568"/>
                    <a:pt x="21424" y="21568"/>
                    <a:pt x="21491" y="21476"/>
                  </a:cubicBezTo>
                  <a:cubicBezTo>
                    <a:pt x="21517" y="21438"/>
                    <a:pt x="21538" y="21391"/>
                    <a:pt x="21553" y="21340"/>
                  </a:cubicBezTo>
                  <a:cubicBezTo>
                    <a:pt x="21586" y="21210"/>
                    <a:pt x="21553" y="21047"/>
                    <a:pt x="21488" y="20727"/>
                  </a:cubicBezTo>
                  <a:cubicBezTo>
                    <a:pt x="19841" y="12710"/>
                    <a:pt x="16178" y="10794"/>
                    <a:pt x="16178" y="10794"/>
                  </a:cubicBezTo>
                  <a:cubicBezTo>
                    <a:pt x="18507" y="8571"/>
                    <a:pt x="20206" y="4998"/>
                    <a:pt x="20921" y="822"/>
                  </a:cubicBezTo>
                  <a:cubicBezTo>
                    <a:pt x="20971" y="518"/>
                    <a:pt x="20997" y="366"/>
                    <a:pt x="20962" y="241"/>
                  </a:cubicBezTo>
                  <a:cubicBezTo>
                    <a:pt x="20946" y="192"/>
                    <a:pt x="20925" y="148"/>
                    <a:pt x="20900" y="112"/>
                  </a:cubicBezTo>
                  <a:cubicBezTo>
                    <a:pt x="20833" y="24"/>
                    <a:pt x="20730" y="24"/>
                    <a:pt x="20528" y="24"/>
                  </a:cubicBezTo>
                  <a:lnTo>
                    <a:pt x="17735" y="24"/>
                  </a:lnTo>
                  <a:cubicBezTo>
                    <a:pt x="17631" y="4"/>
                    <a:pt x="17526" y="22"/>
                    <a:pt x="17427" y="77"/>
                  </a:cubicBezTo>
                  <a:cubicBezTo>
                    <a:pt x="17401" y="97"/>
                    <a:pt x="17377" y="126"/>
                    <a:pt x="17358" y="161"/>
                  </a:cubicBezTo>
                  <a:cubicBezTo>
                    <a:pt x="17298" y="312"/>
                    <a:pt x="17259" y="482"/>
                    <a:pt x="17246" y="659"/>
                  </a:cubicBezTo>
                  <a:cubicBezTo>
                    <a:pt x="16631" y="4639"/>
                    <a:pt x="13928" y="8429"/>
                    <a:pt x="12262" y="8532"/>
                  </a:cubicBezTo>
                  <a:lnTo>
                    <a:pt x="12262" y="781"/>
                  </a:lnTo>
                  <a:cubicBezTo>
                    <a:pt x="12262" y="473"/>
                    <a:pt x="12262" y="321"/>
                    <a:pt x="12215" y="210"/>
                  </a:cubicBezTo>
                  <a:cubicBezTo>
                    <a:pt x="12196" y="165"/>
                    <a:pt x="12172" y="126"/>
                    <a:pt x="12143" y="96"/>
                  </a:cubicBezTo>
                  <a:cubicBezTo>
                    <a:pt x="12030" y="22"/>
                    <a:pt x="11907" y="-3"/>
                    <a:pt x="11786" y="24"/>
                  </a:cubicBezTo>
                  <a:lnTo>
                    <a:pt x="9224" y="24"/>
                  </a:lnTo>
                  <a:cubicBezTo>
                    <a:pt x="9103" y="-3"/>
                    <a:pt x="8981" y="22"/>
                    <a:pt x="8869" y="96"/>
                  </a:cubicBezTo>
                  <a:cubicBezTo>
                    <a:pt x="8840" y="126"/>
                    <a:pt x="8816" y="165"/>
                    <a:pt x="8797" y="210"/>
                  </a:cubicBezTo>
                  <a:cubicBezTo>
                    <a:pt x="8749" y="321"/>
                    <a:pt x="8749" y="473"/>
                    <a:pt x="8749" y="781"/>
                  </a:cubicBezTo>
                  <a:lnTo>
                    <a:pt x="8749" y="14998"/>
                  </a:lnTo>
                  <a:cubicBezTo>
                    <a:pt x="8749" y="14998"/>
                    <a:pt x="4445" y="13854"/>
                    <a:pt x="3654" y="716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/>
              </a:pPr>
            </a:p>
          </p:txBody>
        </p:sp>
      </p:grpSp>
      <p:sp>
        <p:nvSpPr>
          <p:cNvPr id="5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Уровень текста 1…"/>
          <p:cNvSpPr txBox="1"/>
          <p:nvPr>
            <p:ph type="body" sz="half" idx="1"/>
          </p:nvPr>
        </p:nvSpPr>
        <p:spPr>
          <a:xfrm>
            <a:off x="6096000" y="692151"/>
            <a:ext cx="5437188" cy="5508627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7" name="Текст заголовка"/>
          <p:cNvSpPr txBox="1"/>
          <p:nvPr>
            <p:ph type="title"/>
          </p:nvPr>
        </p:nvSpPr>
        <p:spPr>
          <a:xfrm>
            <a:off x="677333" y="692150"/>
            <a:ext cx="5165528" cy="644242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6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лайд №1.1 Стандарт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67;p4"/>
          <p:cNvSpPr/>
          <p:nvPr>
            <p:ph type="pic" sz="half" idx="21"/>
          </p:nvPr>
        </p:nvSpPr>
        <p:spPr>
          <a:xfrm>
            <a:off x="0" y="0"/>
            <a:ext cx="3591601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76" name="Google Shape;68;p4" descr="Google Shape;68;p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994" y="1271765"/>
            <a:ext cx="6837006" cy="5939412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Google Shape;69;p4" descr="Google Shape;69;p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0039" y="1659639"/>
            <a:ext cx="6000900" cy="3440701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Текст заголовка"/>
          <p:cNvSpPr txBox="1"/>
          <p:nvPr>
            <p:ph type="title"/>
          </p:nvPr>
        </p:nvSpPr>
        <p:spPr>
          <a:xfrm>
            <a:off x="6870171" y="692150"/>
            <a:ext cx="4662901" cy="1081200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79" name="Уровень текста 1…"/>
          <p:cNvSpPr txBox="1"/>
          <p:nvPr>
            <p:ph type="body" sz="half" idx="1"/>
          </p:nvPr>
        </p:nvSpPr>
        <p:spPr>
          <a:xfrm>
            <a:off x="6864350" y="2018599"/>
            <a:ext cx="4649701" cy="4182301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Титульный слайд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заголовка"/>
          <p:cNvSpPr txBox="1"/>
          <p:nvPr>
            <p:ph type="title"/>
          </p:nvPr>
        </p:nvSpPr>
        <p:spPr>
          <a:xfrm>
            <a:off x="603172" y="1119966"/>
            <a:ext cx="4621373" cy="1828194"/>
          </a:xfrm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Акц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Текст заголовка"/>
          <p:cNvSpPr txBox="1"/>
          <p:nvPr>
            <p:ph type="title"/>
          </p:nvPr>
        </p:nvSpPr>
        <p:spPr>
          <a:xfrm>
            <a:off x="1999416" y="2971951"/>
            <a:ext cx="8193167" cy="914097"/>
          </a:xfrm>
          <a:prstGeom prst="rect">
            <a:avLst/>
          </a:prstGeom>
        </p:spPr>
        <p:txBody>
          <a:bodyPr anchor="ctr"/>
          <a:lstStyle>
            <a:lvl1pPr algn="ctr">
              <a:defRPr sz="6600">
                <a:solidFill>
                  <a:srgbClr val="000000"/>
                </a:solidFill>
              </a:defRPr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9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итульный слайд раздела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77;p7" descr="Google Shape;77;p7"/>
          <p:cNvPicPr>
            <a:picLocks noChangeAspect="1"/>
          </p:cNvPicPr>
          <p:nvPr/>
        </p:nvPicPr>
        <p:blipFill>
          <a:blip r:embed="rId2">
            <a:extLst/>
          </a:blip>
          <a:srcRect l="0" t="4670" r="3104" b="9239"/>
          <a:stretch>
            <a:fillRect/>
          </a:stretch>
        </p:blipFill>
        <p:spPr>
          <a:xfrm>
            <a:off x="6311900" y="-2"/>
            <a:ext cx="5880101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Текст заголовка"/>
          <p:cNvSpPr txBox="1"/>
          <p:nvPr>
            <p:ph type="title"/>
          </p:nvPr>
        </p:nvSpPr>
        <p:spPr>
          <a:xfrm>
            <a:off x="603172" y="1119966"/>
            <a:ext cx="4621373" cy="1828194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10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 фото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80;p8"/>
          <p:cNvSpPr/>
          <p:nvPr>
            <p:ph type="pic" sz="half" idx="21"/>
          </p:nvPr>
        </p:nvSpPr>
        <p:spPr>
          <a:xfrm>
            <a:off x="6096000" y="692151"/>
            <a:ext cx="5437188" cy="41821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13" name="Уровень текста 1…"/>
          <p:cNvSpPr txBox="1"/>
          <p:nvPr>
            <p:ph type="body" sz="quarter" idx="1"/>
          </p:nvPr>
        </p:nvSpPr>
        <p:spPr>
          <a:xfrm>
            <a:off x="6096000" y="5147214"/>
            <a:ext cx="5449888" cy="352812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Play"/>
                <a:ea typeface="Play"/>
                <a:cs typeface="Play"/>
                <a:sym typeface="Play"/>
              </a:defRPr>
            </a:lvl1pPr>
            <a:lvl2pPr marL="1012371" indent="-440871">
              <a:buSzPts val="1800"/>
              <a:defRPr sz="1800">
                <a:latin typeface="Play"/>
                <a:ea typeface="Play"/>
                <a:cs typeface="Play"/>
                <a:sym typeface="Play"/>
              </a:defRPr>
            </a:lvl2pPr>
            <a:lvl3pPr marL="1543050" indent="-514350">
              <a:buSzPts val="1800"/>
              <a:defRPr sz="1800">
                <a:latin typeface="Play"/>
                <a:ea typeface="Play"/>
                <a:cs typeface="Play"/>
                <a:sym typeface="Play"/>
              </a:defRPr>
            </a:lvl3pPr>
            <a:lvl4pPr marL="1828800" indent="-342900">
              <a:buSzPts val="1800"/>
              <a:defRPr sz="1800">
                <a:latin typeface="Play"/>
                <a:ea typeface="Play"/>
                <a:cs typeface="Play"/>
                <a:sym typeface="Play"/>
              </a:defRPr>
            </a:lvl4pPr>
            <a:lvl5pPr marL="2286000" indent="-342900">
              <a:buSzPts val="1800"/>
              <a:defRPr sz="1800"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14" name="Google Shape;82;p8"/>
          <p:cNvSpPr txBox="1"/>
          <p:nvPr>
            <p:ph type="body" sz="quarter" idx="22"/>
          </p:nvPr>
        </p:nvSpPr>
        <p:spPr>
          <a:xfrm>
            <a:off x="6096000" y="5553075"/>
            <a:ext cx="5449888" cy="684214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5" name="Текст заголовка"/>
          <p:cNvSpPr txBox="1"/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16" name="Google Shape;85;p8"/>
          <p:cNvSpPr txBox="1"/>
          <p:nvPr>
            <p:ph type="body" sz="half" idx="23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87;p9"/>
          <p:cNvSpPr/>
          <p:nvPr>
            <p:ph type="pic" idx="2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Текст заголовка"/>
          <p:cNvSpPr txBox="1"/>
          <p:nvPr>
            <p:ph type="title"/>
          </p:nvPr>
        </p:nvSpPr>
        <p:spPr>
          <a:xfrm>
            <a:off x="6870171" y="692150"/>
            <a:ext cx="466301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6" name="Уровень текста 1…"/>
          <p:cNvSpPr txBox="1"/>
          <p:nvPr>
            <p:ph type="body" sz="half" idx="1"/>
          </p:nvPr>
        </p:nvSpPr>
        <p:spPr>
          <a:xfrm>
            <a:off x="6864350" y="2018599"/>
            <a:ext cx="4649787" cy="4182177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5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3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4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Заголовок + текст в две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Уровень текста 1…"/>
          <p:cNvSpPr txBox="1"/>
          <p:nvPr>
            <p:ph type="body" sz="half" idx="1"/>
          </p:nvPr>
        </p:nvSpPr>
        <p:spPr>
          <a:xfrm>
            <a:off x="677333" y="1773238"/>
            <a:ext cx="5304366" cy="4427538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2" name="Google Shape;99;p12"/>
          <p:cNvSpPr txBox="1"/>
          <p:nvPr>
            <p:ph type="body" sz="half" idx="21"/>
          </p:nvPr>
        </p:nvSpPr>
        <p:spPr>
          <a:xfrm>
            <a:off x="6228824" y="1773239"/>
            <a:ext cx="5304364" cy="44275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5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Слайд №2.2 Разворот слева">
    <p:bg>
      <p:bgPr>
        <a:solidFill>
          <a:srgbClr val="F5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03;p13" descr="Google Shape;103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857" y="1126408"/>
            <a:ext cx="6837007" cy="5939413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Уровень текста 1…"/>
          <p:cNvSpPr txBox="1"/>
          <p:nvPr>
            <p:ph type="body" sz="quarter" idx="1"/>
          </p:nvPr>
        </p:nvSpPr>
        <p:spPr>
          <a:xfrm>
            <a:off x="994676" y="3062982"/>
            <a:ext cx="4274101" cy="1080001"/>
          </a:xfrm>
          <a:prstGeom prst="rect">
            <a:avLst/>
          </a:prstGeom>
        </p:spPr>
        <p:txBody>
          <a:bodyPr lIns="45699" tIns="45699" rIns="45699" bIns="45699"/>
          <a:lstStyle>
            <a:lvl1pPr marL="457200" indent="-431800">
              <a:lnSpc>
                <a:spcPct val="90000"/>
              </a:lnSpc>
              <a:buClr>
                <a:srgbClr val="000000"/>
              </a:buClr>
              <a:buSzPts val="3200"/>
              <a:buFont typeface="Arial"/>
              <a:buChar char="•"/>
              <a:defRPr b="1" sz="3200">
                <a:latin typeface="Proxima Nova"/>
                <a:ea typeface="Proxima Nova"/>
                <a:cs typeface="Proxima Nova"/>
                <a:sym typeface="Proxima Nova"/>
              </a:defRPr>
            </a:lvl1pPr>
            <a:lvl2pPr marL="972457" indent="-464457">
              <a:lnSpc>
                <a:spcPct val="90000"/>
              </a:lnSpc>
              <a:buClr>
                <a:srgbClr val="000000"/>
              </a:buClr>
              <a:buSzPts val="3200"/>
              <a:buFont typeface="Arial"/>
              <a:defRPr b="1" sz="3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429657" indent="-464457">
              <a:lnSpc>
                <a:spcPct val="90000"/>
              </a:lnSpc>
              <a:buClr>
                <a:srgbClr val="000000"/>
              </a:buClr>
              <a:buSzPts val="3200"/>
              <a:buFont typeface="Arial"/>
              <a:buChar char="•"/>
              <a:defRPr b="1" sz="3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86857" indent="-464457">
              <a:lnSpc>
                <a:spcPct val="90000"/>
              </a:lnSpc>
              <a:buClr>
                <a:srgbClr val="000000"/>
              </a:buClr>
              <a:buSzPts val="3200"/>
              <a:buFont typeface="Arial"/>
              <a:defRPr b="1" sz="3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344057" indent="-464457">
              <a:lnSpc>
                <a:spcPct val="90000"/>
              </a:lnSpc>
              <a:buClr>
                <a:srgbClr val="000000"/>
              </a:buClr>
              <a:buSzPts val="3200"/>
              <a:buFont typeface="Arial"/>
              <a:defRPr b="1" sz="3200">
                <a:latin typeface="Proxima Nova"/>
                <a:ea typeface="Proxima Nova"/>
                <a:cs typeface="Proxima Nova"/>
                <a:sym typeface="Proxima Nova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6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инальный слайд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06;p14" descr="Google Shape;106;p14"/>
          <p:cNvPicPr>
            <a:picLocks noChangeAspect="1"/>
          </p:cNvPicPr>
          <p:nvPr/>
        </p:nvPicPr>
        <p:blipFill>
          <a:blip r:embed="rId2">
            <a:extLst/>
          </a:blip>
          <a:srcRect l="0" t="4670" r="3104" b="9239"/>
          <a:stretch>
            <a:fillRect/>
          </a:stretch>
        </p:blipFill>
        <p:spPr>
          <a:xfrm>
            <a:off x="6311900" y="-2"/>
            <a:ext cx="5880101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Текст заголовка"/>
          <p:cNvSpPr txBox="1"/>
          <p:nvPr>
            <p:ph type="title"/>
          </p:nvPr>
        </p:nvSpPr>
        <p:spPr>
          <a:xfrm>
            <a:off x="620712" y="583317"/>
            <a:ext cx="5475289" cy="1828194"/>
          </a:xfrm>
          <a:prstGeom prst="rect">
            <a:avLst/>
          </a:prstGeom>
        </p:spPr>
        <p:txBody>
          <a:bodyPr anchor="b"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Текст заголовка</a:t>
            </a:r>
          </a:p>
        </p:txBody>
      </p:sp>
      <p:grpSp>
        <p:nvGrpSpPr>
          <p:cNvPr id="176" name="Google Shape;108;p14"/>
          <p:cNvGrpSpPr/>
          <p:nvPr/>
        </p:nvGrpSpPr>
        <p:grpSpPr>
          <a:xfrm>
            <a:off x="658071" y="5503764"/>
            <a:ext cx="697011" cy="697011"/>
            <a:chOff x="0" y="0"/>
            <a:chExt cx="697010" cy="697010"/>
          </a:xfrm>
        </p:grpSpPr>
        <p:grpSp>
          <p:nvGrpSpPr>
            <p:cNvPr id="174" name="Google Shape;109;p14"/>
            <p:cNvGrpSpPr/>
            <p:nvPr/>
          </p:nvGrpSpPr>
          <p:grpSpPr>
            <a:xfrm>
              <a:off x="-1" y="-1"/>
              <a:ext cx="697012" cy="697012"/>
              <a:chOff x="0" y="0"/>
              <a:chExt cx="697010" cy="697010"/>
            </a:xfrm>
          </p:grpSpPr>
          <p:sp>
            <p:nvSpPr>
              <p:cNvPr id="172" name="Google Shape;110;p14"/>
              <p:cNvSpPr/>
              <p:nvPr/>
            </p:nvSpPr>
            <p:spPr>
              <a:xfrm>
                <a:off x="-1" y="-1"/>
                <a:ext cx="697012" cy="6970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368"/>
                    </a:moveTo>
                    <a:cubicBezTo>
                      <a:pt x="0" y="5480"/>
                      <a:pt x="0" y="3037"/>
                      <a:pt x="1518" y="1518"/>
                    </a:cubicBezTo>
                    <a:cubicBezTo>
                      <a:pt x="3037" y="0"/>
                      <a:pt x="5480" y="0"/>
                      <a:pt x="10368" y="0"/>
                    </a:cubicBezTo>
                    <a:lnTo>
                      <a:pt x="11232" y="0"/>
                    </a:lnTo>
                    <a:cubicBezTo>
                      <a:pt x="16120" y="0"/>
                      <a:pt x="18563" y="0"/>
                      <a:pt x="20082" y="1518"/>
                    </a:cubicBezTo>
                    <a:cubicBezTo>
                      <a:pt x="21600" y="3037"/>
                      <a:pt x="21600" y="5480"/>
                      <a:pt x="21600" y="10368"/>
                    </a:cubicBezTo>
                    <a:lnTo>
                      <a:pt x="21600" y="11232"/>
                    </a:lnTo>
                    <a:cubicBezTo>
                      <a:pt x="21600" y="16120"/>
                      <a:pt x="21600" y="18563"/>
                      <a:pt x="20082" y="20082"/>
                    </a:cubicBezTo>
                    <a:cubicBezTo>
                      <a:pt x="18563" y="21600"/>
                      <a:pt x="16120" y="21600"/>
                      <a:pt x="11232" y="21600"/>
                    </a:cubicBezTo>
                    <a:lnTo>
                      <a:pt x="10368" y="21600"/>
                    </a:lnTo>
                    <a:cubicBezTo>
                      <a:pt x="5480" y="21600"/>
                      <a:pt x="3037" y="21600"/>
                      <a:pt x="1518" y="20082"/>
                    </a:cubicBezTo>
                    <a:cubicBezTo>
                      <a:pt x="0" y="18563"/>
                      <a:pt x="0" y="16120"/>
                      <a:pt x="0" y="11232"/>
                    </a:cubicBezTo>
                    <a:lnTo>
                      <a:pt x="0" y="10368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8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3" name="Google Shape;111;p14"/>
              <p:cNvSpPr/>
              <p:nvPr/>
            </p:nvSpPr>
            <p:spPr>
              <a:xfrm>
                <a:off x="117621" y="212008"/>
                <a:ext cx="464966" cy="2901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765" y="21600"/>
                    </a:moveTo>
                    <a:cubicBezTo>
                      <a:pt x="4385" y="21600"/>
                      <a:pt x="175" y="13492"/>
                      <a:pt x="0" y="0"/>
                    </a:cubicBezTo>
                    <a:lnTo>
                      <a:pt x="3697" y="0"/>
                    </a:lnTo>
                    <a:cubicBezTo>
                      <a:pt x="3818" y="9903"/>
                      <a:pt x="6543" y="14097"/>
                      <a:pt x="8702" y="14962"/>
                    </a:cubicBezTo>
                    <a:lnTo>
                      <a:pt x="8702" y="0"/>
                    </a:lnTo>
                    <a:lnTo>
                      <a:pt x="12183" y="0"/>
                    </a:lnTo>
                    <a:lnTo>
                      <a:pt x="12183" y="8540"/>
                    </a:lnTo>
                    <a:cubicBezTo>
                      <a:pt x="14315" y="8173"/>
                      <a:pt x="16554" y="4281"/>
                      <a:pt x="17309" y="0"/>
                    </a:cubicBezTo>
                    <a:lnTo>
                      <a:pt x="20790" y="0"/>
                    </a:lnTo>
                    <a:cubicBezTo>
                      <a:pt x="20210" y="5276"/>
                      <a:pt x="17782" y="9168"/>
                      <a:pt x="16055" y="10768"/>
                    </a:cubicBezTo>
                    <a:cubicBezTo>
                      <a:pt x="17782" y="12065"/>
                      <a:pt x="20548" y="15459"/>
                      <a:pt x="21600" y="21600"/>
                    </a:cubicBezTo>
                    <a:lnTo>
                      <a:pt x="17768" y="21600"/>
                    </a:lnTo>
                    <a:cubicBezTo>
                      <a:pt x="16945" y="17492"/>
                      <a:pt x="14895" y="14314"/>
                      <a:pt x="12183" y="13881"/>
                    </a:cubicBezTo>
                    <a:lnTo>
                      <a:pt x="12183" y="21600"/>
                    </a:lnTo>
                    <a:lnTo>
                      <a:pt x="11765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800"/>
                </a:pPr>
              </a:p>
            </p:txBody>
          </p:sp>
        </p:grpSp>
        <p:sp>
          <p:nvSpPr>
            <p:cNvPr id="175" name="Google Shape;112;p14"/>
            <p:cNvSpPr/>
            <p:nvPr/>
          </p:nvSpPr>
          <p:spPr>
            <a:xfrm>
              <a:off x="117472" y="211699"/>
              <a:ext cx="463248" cy="290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5" fill="norm" stroke="1" extrusionOk="0">
                  <a:moveTo>
                    <a:pt x="3654" y="716"/>
                  </a:moveTo>
                  <a:cubicBezTo>
                    <a:pt x="3659" y="529"/>
                    <a:pt x="3634" y="343"/>
                    <a:pt x="3580" y="176"/>
                  </a:cubicBezTo>
                  <a:cubicBezTo>
                    <a:pt x="3561" y="135"/>
                    <a:pt x="3538" y="101"/>
                    <a:pt x="3511" y="74"/>
                  </a:cubicBezTo>
                  <a:cubicBezTo>
                    <a:pt x="3405" y="7"/>
                    <a:pt x="3290" y="-15"/>
                    <a:pt x="3177" y="9"/>
                  </a:cubicBezTo>
                  <a:lnTo>
                    <a:pt x="429" y="9"/>
                  </a:lnTo>
                  <a:cubicBezTo>
                    <a:pt x="246" y="9"/>
                    <a:pt x="153" y="9"/>
                    <a:pt x="91" y="81"/>
                  </a:cubicBezTo>
                  <a:cubicBezTo>
                    <a:pt x="65" y="112"/>
                    <a:pt x="43" y="151"/>
                    <a:pt x="27" y="195"/>
                  </a:cubicBezTo>
                  <a:cubicBezTo>
                    <a:pt x="-14" y="302"/>
                    <a:pt x="-2" y="454"/>
                    <a:pt x="27" y="750"/>
                  </a:cubicBezTo>
                  <a:cubicBezTo>
                    <a:pt x="1456" y="20644"/>
                    <a:pt x="8659" y="21514"/>
                    <a:pt x="11855" y="21552"/>
                  </a:cubicBezTo>
                  <a:cubicBezTo>
                    <a:pt x="12022" y="21552"/>
                    <a:pt x="12093" y="21552"/>
                    <a:pt x="12165" y="21488"/>
                  </a:cubicBezTo>
                  <a:cubicBezTo>
                    <a:pt x="12189" y="21461"/>
                    <a:pt x="12210" y="21427"/>
                    <a:pt x="12227" y="21389"/>
                  </a:cubicBezTo>
                  <a:cubicBezTo>
                    <a:pt x="12270" y="21294"/>
                    <a:pt x="12270" y="21157"/>
                    <a:pt x="12270" y="20891"/>
                  </a:cubicBezTo>
                  <a:lnTo>
                    <a:pt x="12270" y="13812"/>
                  </a:lnTo>
                  <a:cubicBezTo>
                    <a:pt x="16083" y="14869"/>
                    <a:pt x="17406" y="19386"/>
                    <a:pt x="17751" y="20997"/>
                  </a:cubicBezTo>
                  <a:cubicBezTo>
                    <a:pt x="17776" y="21160"/>
                    <a:pt x="17821" y="21314"/>
                    <a:pt x="17882" y="21450"/>
                  </a:cubicBezTo>
                  <a:cubicBezTo>
                    <a:pt x="17902" y="21478"/>
                    <a:pt x="17923" y="21503"/>
                    <a:pt x="17947" y="21522"/>
                  </a:cubicBezTo>
                  <a:cubicBezTo>
                    <a:pt x="18041" y="21569"/>
                    <a:pt x="18141" y="21585"/>
                    <a:pt x="18240" y="21568"/>
                  </a:cubicBezTo>
                  <a:lnTo>
                    <a:pt x="21100" y="21568"/>
                  </a:lnTo>
                  <a:cubicBezTo>
                    <a:pt x="21314" y="21568"/>
                    <a:pt x="21424" y="21568"/>
                    <a:pt x="21491" y="21476"/>
                  </a:cubicBezTo>
                  <a:cubicBezTo>
                    <a:pt x="21517" y="21438"/>
                    <a:pt x="21538" y="21391"/>
                    <a:pt x="21553" y="21340"/>
                  </a:cubicBezTo>
                  <a:cubicBezTo>
                    <a:pt x="21586" y="21210"/>
                    <a:pt x="21553" y="21047"/>
                    <a:pt x="21488" y="20727"/>
                  </a:cubicBezTo>
                  <a:cubicBezTo>
                    <a:pt x="19841" y="12710"/>
                    <a:pt x="16178" y="10794"/>
                    <a:pt x="16178" y="10794"/>
                  </a:cubicBezTo>
                  <a:cubicBezTo>
                    <a:pt x="18507" y="8571"/>
                    <a:pt x="20206" y="4998"/>
                    <a:pt x="20921" y="822"/>
                  </a:cubicBezTo>
                  <a:cubicBezTo>
                    <a:pt x="20971" y="518"/>
                    <a:pt x="20997" y="366"/>
                    <a:pt x="20962" y="241"/>
                  </a:cubicBezTo>
                  <a:cubicBezTo>
                    <a:pt x="20946" y="192"/>
                    <a:pt x="20925" y="148"/>
                    <a:pt x="20900" y="112"/>
                  </a:cubicBezTo>
                  <a:cubicBezTo>
                    <a:pt x="20833" y="24"/>
                    <a:pt x="20730" y="24"/>
                    <a:pt x="20528" y="24"/>
                  </a:cubicBezTo>
                  <a:lnTo>
                    <a:pt x="17735" y="24"/>
                  </a:lnTo>
                  <a:cubicBezTo>
                    <a:pt x="17631" y="4"/>
                    <a:pt x="17526" y="22"/>
                    <a:pt x="17427" y="77"/>
                  </a:cubicBezTo>
                  <a:cubicBezTo>
                    <a:pt x="17401" y="97"/>
                    <a:pt x="17377" y="126"/>
                    <a:pt x="17358" y="161"/>
                  </a:cubicBezTo>
                  <a:cubicBezTo>
                    <a:pt x="17298" y="312"/>
                    <a:pt x="17259" y="482"/>
                    <a:pt x="17246" y="659"/>
                  </a:cubicBezTo>
                  <a:cubicBezTo>
                    <a:pt x="16631" y="4639"/>
                    <a:pt x="13928" y="8429"/>
                    <a:pt x="12262" y="8532"/>
                  </a:cubicBezTo>
                  <a:lnTo>
                    <a:pt x="12262" y="781"/>
                  </a:lnTo>
                  <a:cubicBezTo>
                    <a:pt x="12262" y="473"/>
                    <a:pt x="12262" y="321"/>
                    <a:pt x="12215" y="210"/>
                  </a:cubicBezTo>
                  <a:cubicBezTo>
                    <a:pt x="12196" y="165"/>
                    <a:pt x="12172" y="126"/>
                    <a:pt x="12143" y="96"/>
                  </a:cubicBezTo>
                  <a:cubicBezTo>
                    <a:pt x="12030" y="22"/>
                    <a:pt x="11907" y="-3"/>
                    <a:pt x="11786" y="24"/>
                  </a:cubicBezTo>
                  <a:lnTo>
                    <a:pt x="9224" y="24"/>
                  </a:lnTo>
                  <a:cubicBezTo>
                    <a:pt x="9103" y="-3"/>
                    <a:pt x="8981" y="22"/>
                    <a:pt x="8869" y="96"/>
                  </a:cubicBezTo>
                  <a:cubicBezTo>
                    <a:pt x="8840" y="126"/>
                    <a:pt x="8816" y="165"/>
                    <a:pt x="8797" y="210"/>
                  </a:cubicBezTo>
                  <a:cubicBezTo>
                    <a:pt x="8749" y="321"/>
                    <a:pt x="8749" y="473"/>
                    <a:pt x="8749" y="781"/>
                  </a:cubicBezTo>
                  <a:lnTo>
                    <a:pt x="8749" y="14998"/>
                  </a:lnTo>
                  <a:cubicBezTo>
                    <a:pt x="8749" y="14998"/>
                    <a:pt x="4445" y="13854"/>
                    <a:pt x="3654" y="716"/>
                  </a:cubicBezTo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/>
              </a:pPr>
            </a:p>
          </p:txBody>
        </p:sp>
      </p:grpSp>
      <p:sp>
        <p:nvSpPr>
          <p:cNvPr id="17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Текст заголовка"/>
          <p:cNvSpPr txBox="1"/>
          <p:nvPr>
            <p:ph type="title"/>
          </p:nvPr>
        </p:nvSpPr>
        <p:spPr>
          <a:xfrm>
            <a:off x="677333" y="692150"/>
            <a:ext cx="2681817" cy="644242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85" name="Уровень текста 1…"/>
          <p:cNvSpPr txBox="1"/>
          <p:nvPr>
            <p:ph type="body" idx="1"/>
          </p:nvPr>
        </p:nvSpPr>
        <p:spPr>
          <a:xfrm>
            <a:off x="4043362" y="692150"/>
            <a:ext cx="7489826" cy="5508625"/>
          </a:xfrm>
          <a:prstGeom prst="rect">
            <a:avLst/>
          </a:prstGeom>
        </p:spPr>
        <p:txBody>
          <a:bodyPr/>
          <a:lstStyle>
            <a:lvl1pPr marL="457200" indent="-381000">
              <a:buClr>
                <a:srgbClr val="000000"/>
              </a:buClr>
              <a:buSzPts val="2400"/>
              <a:buAutoNum type="arabicPeriod" startAt="1"/>
              <a:defRPr sz="2400">
                <a:latin typeface="Play"/>
                <a:ea typeface="Play"/>
                <a:cs typeface="Play"/>
                <a:sym typeface="Play"/>
              </a:defRPr>
            </a:lvl1pPr>
            <a:lvl2pPr marL="1141185" indent="-544285">
              <a:buClr>
                <a:srgbClr val="000000"/>
              </a:buClr>
              <a:buSzPts val="2400"/>
              <a:defRPr sz="2400">
                <a:latin typeface="Play"/>
                <a:ea typeface="Play"/>
                <a:cs typeface="Play"/>
                <a:sym typeface="Play"/>
              </a:defRPr>
            </a:lvl2pPr>
            <a:lvl3pPr marL="1676400" indent="-609600">
              <a:buClr>
                <a:srgbClr val="000000"/>
              </a:buClr>
              <a:buSzPts val="2400"/>
              <a:defRPr sz="2400">
                <a:latin typeface="Play"/>
                <a:ea typeface="Play"/>
                <a:cs typeface="Play"/>
                <a:sym typeface="Play"/>
              </a:defRPr>
            </a:lvl3pPr>
            <a:lvl4pPr marL="1943100" indent="-457200">
              <a:buClr>
                <a:srgbClr val="000000"/>
              </a:buClr>
              <a:buSzPts val="2400"/>
              <a:defRPr sz="2400">
                <a:latin typeface="Play"/>
                <a:ea typeface="Play"/>
                <a:cs typeface="Play"/>
                <a:sym typeface="Play"/>
              </a:defRPr>
            </a:lvl4pPr>
            <a:lvl5pPr marL="2400300" indent="-457200">
              <a:buClr>
                <a:srgbClr val="000000"/>
              </a:buClr>
              <a:buSzPts val="2400"/>
              <a:defRPr sz="2400"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8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Уровень текста 1…"/>
          <p:cNvSpPr txBox="1"/>
          <p:nvPr>
            <p:ph type="body" sz="half" idx="1"/>
          </p:nvPr>
        </p:nvSpPr>
        <p:spPr>
          <a:xfrm>
            <a:off x="671514" y="1773238"/>
            <a:ext cx="5135728" cy="4427538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94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95" name="Google Shape;121;p16"/>
          <p:cNvSpPr txBox="1"/>
          <p:nvPr>
            <p:ph type="body" sz="quarter" idx="21"/>
          </p:nvPr>
        </p:nvSpPr>
        <p:spPr>
          <a:xfrm>
            <a:off x="6097339" y="3864033"/>
            <a:ext cx="5417328" cy="1080001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100000"/>
              </a:lnSpc>
              <a:defRPr b="1" sz="8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196" name="Google Shape;122;p16"/>
          <p:cNvSpPr txBox="1"/>
          <p:nvPr>
            <p:ph type="body" sz="quarter" idx="22"/>
          </p:nvPr>
        </p:nvSpPr>
        <p:spPr>
          <a:xfrm>
            <a:off x="6097337" y="5058095"/>
            <a:ext cx="5417328" cy="356618"/>
          </a:xfrm>
          <a:prstGeom prst="rect">
            <a:avLst/>
          </a:prstGeom>
        </p:spPr>
        <p:txBody>
          <a:bodyPr/>
          <a:lstStyle/>
          <a:p>
            <a:pPr>
              <a:defRPr sz="1800"/>
            </a:pPr>
          </a:p>
        </p:txBody>
      </p:sp>
      <p:sp>
        <p:nvSpPr>
          <p:cNvPr id="197" name="Google Shape;123;p16"/>
          <p:cNvSpPr txBox="1"/>
          <p:nvPr>
            <p:ph type="body" sz="quarter" idx="23"/>
          </p:nvPr>
        </p:nvSpPr>
        <p:spPr>
          <a:xfrm>
            <a:off x="6096000" y="1773238"/>
            <a:ext cx="5417328" cy="1080001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100000"/>
              </a:lnSpc>
              <a:defRPr b="1" sz="8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198" name="Google Shape;124;p16"/>
          <p:cNvSpPr txBox="1"/>
          <p:nvPr>
            <p:ph type="body" sz="quarter" idx="24"/>
          </p:nvPr>
        </p:nvSpPr>
        <p:spPr>
          <a:xfrm>
            <a:off x="6096000" y="2967300"/>
            <a:ext cx="5417328" cy="356618"/>
          </a:xfrm>
          <a:prstGeom prst="rect">
            <a:avLst/>
          </a:prstGeom>
        </p:spPr>
        <p:txBody>
          <a:bodyPr/>
          <a:lstStyle/>
          <a:p>
            <a:pPr>
              <a:defRPr sz="1800"/>
            </a:pPr>
          </a:p>
        </p:txBody>
      </p:sp>
      <p:sp>
        <p:nvSpPr>
          <p:cNvPr id="1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 без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Уровень текста 1…"/>
          <p:cNvSpPr txBox="1"/>
          <p:nvPr>
            <p:ph type="body" sz="quarter" idx="1"/>
          </p:nvPr>
        </p:nvSpPr>
        <p:spPr>
          <a:xfrm>
            <a:off x="3359150" y="692151"/>
            <a:ext cx="8174039" cy="160961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649185" indent="-1077685">
              <a:lnSpc>
                <a:spcPct val="100000"/>
              </a:lnSpc>
              <a:spcBef>
                <a:spcPts val="0"/>
              </a:spcBef>
              <a:buSzPts val="4400"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2286000" indent="-1257300">
              <a:lnSpc>
                <a:spcPct val="100000"/>
              </a:lnSpc>
              <a:spcBef>
                <a:spcPts val="0"/>
              </a:spcBef>
              <a:buSzPts val="4400"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2324100" indent="-838200">
              <a:lnSpc>
                <a:spcPct val="100000"/>
              </a:lnSpc>
              <a:spcBef>
                <a:spcPts val="0"/>
              </a:spcBef>
              <a:buSzPts val="4400"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781300" indent="-838200">
              <a:lnSpc>
                <a:spcPct val="100000"/>
              </a:lnSpc>
              <a:spcBef>
                <a:spcPts val="0"/>
              </a:spcBef>
              <a:buSzPts val="4400"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07" name="Google Shape;127;p17"/>
          <p:cNvSpPr txBox="1"/>
          <p:nvPr>
            <p:ph type="body" sz="quarter" idx="21"/>
          </p:nvPr>
        </p:nvSpPr>
        <p:spPr>
          <a:xfrm>
            <a:off x="3359150" y="5738829"/>
            <a:ext cx="8200515" cy="461946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208" name="Google Shape;128;p17"/>
          <p:cNvSpPr txBox="1"/>
          <p:nvPr>
            <p:ph type="body" sz="quarter" idx="22"/>
          </p:nvPr>
        </p:nvSpPr>
        <p:spPr>
          <a:xfrm>
            <a:off x="3366813" y="2459421"/>
            <a:ext cx="8174040" cy="1609618"/>
          </a:xfrm>
          <a:prstGeom prst="rect">
            <a:avLst/>
          </a:prstGeom>
        </p:spPr>
        <p:txBody>
          <a:bodyPr/>
          <a:lstStyle/>
          <a:p>
            <a:pPr>
              <a:defRPr sz="2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209" name="Google Shape;129;p17"/>
          <p:cNvSpPr txBox="1"/>
          <p:nvPr/>
        </p:nvSpPr>
        <p:spPr>
          <a:xfrm>
            <a:off x="635936" y="-1049151"/>
            <a:ext cx="1876139" cy="439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8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«</a:t>
            </a:r>
          </a:p>
        </p:txBody>
      </p:sp>
      <p:sp>
        <p:nvSpPr>
          <p:cNvPr id="21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132;p18"/>
          <p:cNvSpPr txBox="1"/>
          <p:nvPr/>
        </p:nvSpPr>
        <p:spPr>
          <a:xfrm>
            <a:off x="3105293" y="-1049150"/>
            <a:ext cx="1876139" cy="439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8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</a:lstStyle>
          <a:p>
            <a:pPr/>
            <a:r>
              <a:t>«</a:t>
            </a:r>
          </a:p>
        </p:txBody>
      </p:sp>
      <p:sp>
        <p:nvSpPr>
          <p:cNvPr id="218" name="Уровень текста 1…"/>
          <p:cNvSpPr txBox="1"/>
          <p:nvPr>
            <p:ph type="body" sz="quarter" idx="1"/>
          </p:nvPr>
        </p:nvSpPr>
        <p:spPr>
          <a:xfrm>
            <a:off x="5346701" y="711408"/>
            <a:ext cx="6199187" cy="1061830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1453242" indent="-881742">
              <a:buSzPts val="3600"/>
              <a:defRPr sz="3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2057400" indent="-1028700">
              <a:buSzPts val="3600"/>
              <a:defRPr sz="3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2171700" indent="-685800">
              <a:buSzPts val="3600"/>
              <a:defRPr sz="3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628900" indent="-685800">
              <a:buSzPts val="3600"/>
              <a:defRPr sz="36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19" name="Google Shape;134;p18"/>
          <p:cNvSpPr/>
          <p:nvPr>
            <p:ph type="pic" sz="quarter" idx="21"/>
          </p:nvPr>
        </p:nvSpPr>
        <p:spPr>
          <a:xfrm>
            <a:off x="671512" y="800101"/>
            <a:ext cx="3370772" cy="337155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0" name="Google Shape;135;p18"/>
          <p:cNvSpPr txBox="1"/>
          <p:nvPr>
            <p:ph type="body" sz="quarter" idx="22"/>
          </p:nvPr>
        </p:nvSpPr>
        <p:spPr>
          <a:xfrm>
            <a:off x="672591" y="4580421"/>
            <a:ext cx="3372027" cy="888231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221" name="Google Shape;136;p18"/>
          <p:cNvSpPr txBox="1"/>
          <p:nvPr>
            <p:ph type="body" sz="quarter" idx="23"/>
          </p:nvPr>
        </p:nvSpPr>
        <p:spPr>
          <a:xfrm>
            <a:off x="672591" y="5490167"/>
            <a:ext cx="3370772" cy="710608"/>
          </a:xfrm>
          <a:prstGeom prst="rect">
            <a:avLst/>
          </a:prstGeom>
        </p:spPr>
        <p:txBody>
          <a:bodyPr/>
          <a:lstStyle/>
          <a:p>
            <a:pPr algn="ctr"/>
          </a:p>
        </p:txBody>
      </p:sp>
      <p:sp>
        <p:nvSpPr>
          <p:cNvPr id="222" name="Google Shape;137;p18"/>
          <p:cNvSpPr txBox="1"/>
          <p:nvPr>
            <p:ph type="body" sz="half" idx="24"/>
          </p:nvPr>
        </p:nvSpPr>
        <p:spPr>
          <a:xfrm>
            <a:off x="5346701" y="1983399"/>
            <a:ext cx="6194152" cy="416609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Мокап телефон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140;p19"/>
          <p:cNvSpPr/>
          <p:nvPr/>
        </p:nvSpPr>
        <p:spPr>
          <a:xfrm>
            <a:off x="7915319" y="799033"/>
            <a:ext cx="2515561" cy="5321046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 w="12700">
            <a:solidFill>
              <a:srgbClr val="FFFFF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231" name="Google Shape;141;p19"/>
          <p:cNvSpPr/>
          <p:nvPr>
            <p:ph type="pic" sz="quarter" idx="21"/>
          </p:nvPr>
        </p:nvSpPr>
        <p:spPr>
          <a:xfrm>
            <a:off x="7960331" y="795426"/>
            <a:ext cx="2428738" cy="5295379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32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541866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3" name="Текст заголовка"/>
          <p:cNvSpPr txBox="1"/>
          <p:nvPr>
            <p:ph type="title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pic>
        <p:nvPicPr>
          <p:cNvPr id="234" name="Google Shape;145;p19" descr="Google Shape;145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88240" y="452281"/>
            <a:ext cx="3169716" cy="5991383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скриншот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Уровень текста 1…"/>
          <p:cNvSpPr txBox="1"/>
          <p:nvPr>
            <p:ph type="body" sz="half" idx="1"/>
          </p:nvPr>
        </p:nvSpPr>
        <p:spPr>
          <a:xfrm>
            <a:off x="6096000" y="692150"/>
            <a:ext cx="5437188" cy="5508625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43" name="Текст заголовка"/>
          <p:cNvSpPr txBox="1"/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44" name="Google Shape;150;p20"/>
          <p:cNvSpPr txBox="1"/>
          <p:nvPr>
            <p:ph type="body" sz="half" idx="21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Уровень текста 1…"/>
          <p:cNvSpPr txBox="1"/>
          <p:nvPr>
            <p:ph type="body" idx="1"/>
          </p:nvPr>
        </p:nvSpPr>
        <p:spPr>
          <a:xfrm>
            <a:off x="671512" y="1773238"/>
            <a:ext cx="10861676" cy="4464049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53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5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инальный с Q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156;p22" descr="Google Shape;156;p22"/>
          <p:cNvPicPr>
            <a:picLocks noChangeAspect="1"/>
          </p:cNvPicPr>
          <p:nvPr/>
        </p:nvPicPr>
        <p:blipFill>
          <a:blip r:embed="rId2">
            <a:extLst/>
          </a:blip>
          <a:srcRect l="0" t="4670" r="3104" b="9239"/>
          <a:stretch>
            <a:fillRect/>
          </a:stretch>
        </p:blipFill>
        <p:spPr>
          <a:xfrm>
            <a:off x="6311900" y="-2"/>
            <a:ext cx="5880101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Текст заголовка"/>
          <p:cNvSpPr txBox="1"/>
          <p:nvPr>
            <p:ph type="title"/>
          </p:nvPr>
        </p:nvSpPr>
        <p:spPr>
          <a:xfrm>
            <a:off x="620712" y="4372581"/>
            <a:ext cx="5475289" cy="1828194"/>
          </a:xfrm>
          <a:prstGeom prst="rect">
            <a:avLst/>
          </a:prstGeom>
        </p:spPr>
        <p:txBody>
          <a:bodyPr anchor="b"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63" name="Google Shape;158;p22"/>
          <p:cNvSpPr/>
          <p:nvPr>
            <p:ph type="pic" sz="quarter" idx="21"/>
          </p:nvPr>
        </p:nvSpPr>
        <p:spPr>
          <a:xfrm>
            <a:off x="658812" y="692150"/>
            <a:ext cx="1289051" cy="12890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инальный с QR + подпись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160;p23" descr="Google Shape;160;p23"/>
          <p:cNvPicPr>
            <a:picLocks noChangeAspect="1"/>
          </p:cNvPicPr>
          <p:nvPr/>
        </p:nvPicPr>
        <p:blipFill>
          <a:blip r:embed="rId2">
            <a:extLst/>
          </a:blip>
          <a:srcRect l="0" t="4670" r="3104" b="9239"/>
          <a:stretch>
            <a:fillRect/>
          </a:stretch>
        </p:blipFill>
        <p:spPr>
          <a:xfrm>
            <a:off x="6311900" y="-2"/>
            <a:ext cx="5880101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Текст заголовка"/>
          <p:cNvSpPr txBox="1"/>
          <p:nvPr>
            <p:ph type="title"/>
          </p:nvPr>
        </p:nvSpPr>
        <p:spPr>
          <a:xfrm>
            <a:off x="620712" y="3724881"/>
            <a:ext cx="5475289" cy="1828194"/>
          </a:xfrm>
          <a:prstGeom prst="rect">
            <a:avLst/>
          </a:prstGeom>
        </p:spPr>
        <p:txBody>
          <a:bodyPr anchor="b"/>
          <a:lstStyle>
            <a:lvl1pPr>
              <a:defRPr sz="6600">
                <a:solidFill>
                  <a:srgbClr val="FFFFFF"/>
                </a:solidFill>
              </a:defRPr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273" name="Google Shape;162;p23"/>
          <p:cNvSpPr/>
          <p:nvPr>
            <p:ph type="pic" sz="quarter" idx="21"/>
          </p:nvPr>
        </p:nvSpPr>
        <p:spPr>
          <a:xfrm>
            <a:off x="658812" y="692150"/>
            <a:ext cx="1289051" cy="12890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74" name="Уровень текста 1…"/>
          <p:cNvSpPr txBox="1"/>
          <p:nvPr>
            <p:ph type="body" sz="quarter" idx="1"/>
          </p:nvPr>
        </p:nvSpPr>
        <p:spPr>
          <a:xfrm>
            <a:off x="658812" y="5842000"/>
            <a:ext cx="5437189" cy="355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7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Уровень текста 1…"/>
          <p:cNvSpPr txBox="1"/>
          <p:nvPr>
            <p:ph type="body" sz="quarter" idx="1"/>
          </p:nvPr>
        </p:nvSpPr>
        <p:spPr>
          <a:xfrm>
            <a:off x="658812" y="3307438"/>
            <a:ext cx="10224001" cy="277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000"/>
            </a:lvl1pPr>
            <a:lvl2pPr marL="1061357" indent="-489857">
              <a:lnSpc>
                <a:spcPct val="90000"/>
              </a:lnSpc>
              <a:spcBef>
                <a:spcPts val="0"/>
              </a:spcBef>
              <a:buSzPts val="2000"/>
              <a:defRPr sz="2000"/>
            </a:lvl2pPr>
            <a:lvl3pPr marL="1600200" indent="-571500">
              <a:lnSpc>
                <a:spcPct val="90000"/>
              </a:lnSpc>
              <a:spcBef>
                <a:spcPts val="0"/>
              </a:spcBef>
              <a:buSzPts val="2000"/>
              <a:defRPr sz="2000"/>
            </a:lvl3pPr>
            <a:lvl4pPr marL="1866900" indent="-381000">
              <a:lnSpc>
                <a:spcPct val="90000"/>
              </a:lnSpc>
              <a:spcBef>
                <a:spcPts val="0"/>
              </a:spcBef>
              <a:buSzPts val="2000"/>
              <a:defRPr sz="2000"/>
            </a:lvl4pPr>
            <a:lvl5pPr marL="2324100" indent="-381000">
              <a:lnSpc>
                <a:spcPct val="90000"/>
              </a:lnSpc>
              <a:spcBef>
                <a:spcPts val="0"/>
              </a:spcBef>
              <a:buSzPts val="2000"/>
              <a:defRPr sz="20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83" name="Текст заголовка"/>
          <p:cNvSpPr txBox="1"/>
          <p:nvPr>
            <p:ph type="title"/>
          </p:nvPr>
        </p:nvSpPr>
        <p:spPr>
          <a:xfrm>
            <a:off x="622261" y="1052209"/>
            <a:ext cx="10220326" cy="1834990"/>
          </a:xfrm>
          <a:prstGeom prst="rect">
            <a:avLst/>
          </a:prstGeom>
        </p:spPr>
        <p:txBody>
          <a:bodyPr anchor="b"/>
          <a:lstStyle>
            <a:lvl1pPr>
              <a:defRPr sz="6600"/>
            </a:lvl1pPr>
          </a:lstStyle>
          <a:p>
            <a:pPr/>
            <a:r>
              <a:t>Текст заголовка</a:t>
            </a:r>
          </a:p>
        </p:txBody>
      </p:sp>
      <p:grpSp>
        <p:nvGrpSpPr>
          <p:cNvPr id="288" name="Google Shape;167;p24"/>
          <p:cNvGrpSpPr/>
          <p:nvPr/>
        </p:nvGrpSpPr>
        <p:grpSpPr>
          <a:xfrm>
            <a:off x="658071" y="5503764"/>
            <a:ext cx="697011" cy="697011"/>
            <a:chOff x="0" y="0"/>
            <a:chExt cx="697010" cy="697010"/>
          </a:xfrm>
        </p:grpSpPr>
        <p:grpSp>
          <p:nvGrpSpPr>
            <p:cNvPr id="286" name="Google Shape;168;p24"/>
            <p:cNvGrpSpPr/>
            <p:nvPr/>
          </p:nvGrpSpPr>
          <p:grpSpPr>
            <a:xfrm>
              <a:off x="-1" y="-1"/>
              <a:ext cx="697012" cy="697012"/>
              <a:chOff x="0" y="0"/>
              <a:chExt cx="697010" cy="697010"/>
            </a:xfrm>
          </p:grpSpPr>
          <p:sp>
            <p:nvSpPr>
              <p:cNvPr id="284" name="Google Shape;169;p24"/>
              <p:cNvSpPr/>
              <p:nvPr/>
            </p:nvSpPr>
            <p:spPr>
              <a:xfrm>
                <a:off x="-1" y="-1"/>
                <a:ext cx="697012" cy="6970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10368"/>
                    </a:moveTo>
                    <a:cubicBezTo>
                      <a:pt x="0" y="5480"/>
                      <a:pt x="0" y="3037"/>
                      <a:pt x="1518" y="1518"/>
                    </a:cubicBezTo>
                    <a:cubicBezTo>
                      <a:pt x="3037" y="0"/>
                      <a:pt x="5480" y="0"/>
                      <a:pt x="10368" y="0"/>
                    </a:cubicBezTo>
                    <a:lnTo>
                      <a:pt x="11232" y="0"/>
                    </a:lnTo>
                    <a:cubicBezTo>
                      <a:pt x="16120" y="0"/>
                      <a:pt x="18563" y="0"/>
                      <a:pt x="20082" y="1518"/>
                    </a:cubicBezTo>
                    <a:cubicBezTo>
                      <a:pt x="21600" y="3037"/>
                      <a:pt x="21600" y="5480"/>
                      <a:pt x="21600" y="10368"/>
                    </a:cubicBezTo>
                    <a:lnTo>
                      <a:pt x="21600" y="11232"/>
                    </a:lnTo>
                    <a:cubicBezTo>
                      <a:pt x="21600" y="16120"/>
                      <a:pt x="21600" y="18563"/>
                      <a:pt x="20082" y="20082"/>
                    </a:cubicBezTo>
                    <a:cubicBezTo>
                      <a:pt x="18563" y="21600"/>
                      <a:pt x="16120" y="21600"/>
                      <a:pt x="11232" y="21600"/>
                    </a:cubicBezTo>
                    <a:lnTo>
                      <a:pt x="10368" y="21600"/>
                    </a:lnTo>
                    <a:cubicBezTo>
                      <a:pt x="5480" y="21600"/>
                      <a:pt x="3037" y="21600"/>
                      <a:pt x="1518" y="20082"/>
                    </a:cubicBezTo>
                    <a:cubicBezTo>
                      <a:pt x="0" y="18563"/>
                      <a:pt x="0" y="16120"/>
                      <a:pt x="0" y="11232"/>
                    </a:cubicBezTo>
                    <a:lnTo>
                      <a:pt x="0" y="10368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800"/>
                </a:pPr>
              </a:p>
            </p:txBody>
          </p:sp>
          <p:sp>
            <p:nvSpPr>
              <p:cNvPr id="285" name="Google Shape;170;p24"/>
              <p:cNvSpPr/>
              <p:nvPr/>
            </p:nvSpPr>
            <p:spPr>
              <a:xfrm>
                <a:off x="117621" y="212008"/>
                <a:ext cx="464966" cy="29013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1765" y="21600"/>
                    </a:moveTo>
                    <a:cubicBezTo>
                      <a:pt x="4385" y="21600"/>
                      <a:pt x="175" y="13492"/>
                      <a:pt x="0" y="0"/>
                    </a:cubicBezTo>
                    <a:lnTo>
                      <a:pt x="3697" y="0"/>
                    </a:lnTo>
                    <a:cubicBezTo>
                      <a:pt x="3818" y="9903"/>
                      <a:pt x="6543" y="14097"/>
                      <a:pt x="8702" y="14962"/>
                    </a:cubicBezTo>
                    <a:lnTo>
                      <a:pt x="8702" y="0"/>
                    </a:lnTo>
                    <a:lnTo>
                      <a:pt x="12183" y="0"/>
                    </a:lnTo>
                    <a:lnTo>
                      <a:pt x="12183" y="8540"/>
                    </a:lnTo>
                    <a:cubicBezTo>
                      <a:pt x="14315" y="8173"/>
                      <a:pt x="16554" y="4281"/>
                      <a:pt x="17309" y="0"/>
                    </a:cubicBezTo>
                    <a:lnTo>
                      <a:pt x="20790" y="0"/>
                    </a:lnTo>
                    <a:cubicBezTo>
                      <a:pt x="20210" y="5276"/>
                      <a:pt x="17782" y="9168"/>
                      <a:pt x="16055" y="10768"/>
                    </a:cubicBezTo>
                    <a:cubicBezTo>
                      <a:pt x="17782" y="12065"/>
                      <a:pt x="20548" y="15459"/>
                      <a:pt x="21600" y="21600"/>
                    </a:cubicBezTo>
                    <a:lnTo>
                      <a:pt x="17768" y="21600"/>
                    </a:lnTo>
                    <a:cubicBezTo>
                      <a:pt x="16945" y="17492"/>
                      <a:pt x="14895" y="14314"/>
                      <a:pt x="12183" y="13881"/>
                    </a:cubicBezTo>
                    <a:lnTo>
                      <a:pt x="12183" y="21600"/>
                    </a:lnTo>
                    <a:lnTo>
                      <a:pt x="11765" y="216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1800"/>
                </a:pPr>
              </a:p>
            </p:txBody>
          </p:sp>
        </p:grpSp>
        <p:sp>
          <p:nvSpPr>
            <p:cNvPr id="287" name="Google Shape;171;p24"/>
            <p:cNvSpPr/>
            <p:nvPr/>
          </p:nvSpPr>
          <p:spPr>
            <a:xfrm>
              <a:off x="117472" y="211699"/>
              <a:ext cx="463248" cy="2907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575" fill="norm" stroke="1" extrusionOk="0">
                  <a:moveTo>
                    <a:pt x="3654" y="716"/>
                  </a:moveTo>
                  <a:cubicBezTo>
                    <a:pt x="3659" y="529"/>
                    <a:pt x="3634" y="343"/>
                    <a:pt x="3580" y="176"/>
                  </a:cubicBezTo>
                  <a:cubicBezTo>
                    <a:pt x="3561" y="135"/>
                    <a:pt x="3538" y="101"/>
                    <a:pt x="3511" y="74"/>
                  </a:cubicBezTo>
                  <a:cubicBezTo>
                    <a:pt x="3405" y="7"/>
                    <a:pt x="3290" y="-15"/>
                    <a:pt x="3177" y="9"/>
                  </a:cubicBezTo>
                  <a:lnTo>
                    <a:pt x="429" y="9"/>
                  </a:lnTo>
                  <a:cubicBezTo>
                    <a:pt x="246" y="9"/>
                    <a:pt x="153" y="9"/>
                    <a:pt x="91" y="81"/>
                  </a:cubicBezTo>
                  <a:cubicBezTo>
                    <a:pt x="65" y="112"/>
                    <a:pt x="43" y="151"/>
                    <a:pt x="27" y="195"/>
                  </a:cubicBezTo>
                  <a:cubicBezTo>
                    <a:pt x="-14" y="302"/>
                    <a:pt x="-2" y="454"/>
                    <a:pt x="27" y="750"/>
                  </a:cubicBezTo>
                  <a:cubicBezTo>
                    <a:pt x="1456" y="20644"/>
                    <a:pt x="8659" y="21514"/>
                    <a:pt x="11855" y="21552"/>
                  </a:cubicBezTo>
                  <a:cubicBezTo>
                    <a:pt x="12022" y="21552"/>
                    <a:pt x="12093" y="21552"/>
                    <a:pt x="12165" y="21488"/>
                  </a:cubicBezTo>
                  <a:cubicBezTo>
                    <a:pt x="12189" y="21461"/>
                    <a:pt x="12210" y="21427"/>
                    <a:pt x="12227" y="21389"/>
                  </a:cubicBezTo>
                  <a:cubicBezTo>
                    <a:pt x="12270" y="21294"/>
                    <a:pt x="12270" y="21157"/>
                    <a:pt x="12270" y="20891"/>
                  </a:cubicBezTo>
                  <a:lnTo>
                    <a:pt x="12270" y="13812"/>
                  </a:lnTo>
                  <a:cubicBezTo>
                    <a:pt x="16083" y="14869"/>
                    <a:pt x="17406" y="19386"/>
                    <a:pt x="17751" y="20997"/>
                  </a:cubicBezTo>
                  <a:cubicBezTo>
                    <a:pt x="17776" y="21160"/>
                    <a:pt x="17821" y="21314"/>
                    <a:pt x="17882" y="21450"/>
                  </a:cubicBezTo>
                  <a:cubicBezTo>
                    <a:pt x="17902" y="21478"/>
                    <a:pt x="17923" y="21503"/>
                    <a:pt x="17947" y="21522"/>
                  </a:cubicBezTo>
                  <a:cubicBezTo>
                    <a:pt x="18041" y="21569"/>
                    <a:pt x="18141" y="21585"/>
                    <a:pt x="18240" y="21568"/>
                  </a:cubicBezTo>
                  <a:lnTo>
                    <a:pt x="21100" y="21568"/>
                  </a:lnTo>
                  <a:cubicBezTo>
                    <a:pt x="21314" y="21568"/>
                    <a:pt x="21424" y="21568"/>
                    <a:pt x="21491" y="21476"/>
                  </a:cubicBezTo>
                  <a:cubicBezTo>
                    <a:pt x="21517" y="21438"/>
                    <a:pt x="21538" y="21391"/>
                    <a:pt x="21553" y="21340"/>
                  </a:cubicBezTo>
                  <a:cubicBezTo>
                    <a:pt x="21586" y="21210"/>
                    <a:pt x="21553" y="21047"/>
                    <a:pt x="21488" y="20727"/>
                  </a:cubicBezTo>
                  <a:cubicBezTo>
                    <a:pt x="19841" y="12710"/>
                    <a:pt x="16178" y="10794"/>
                    <a:pt x="16178" y="10794"/>
                  </a:cubicBezTo>
                  <a:cubicBezTo>
                    <a:pt x="18507" y="8571"/>
                    <a:pt x="20206" y="4998"/>
                    <a:pt x="20921" y="822"/>
                  </a:cubicBezTo>
                  <a:cubicBezTo>
                    <a:pt x="20971" y="518"/>
                    <a:pt x="20997" y="366"/>
                    <a:pt x="20962" y="241"/>
                  </a:cubicBezTo>
                  <a:cubicBezTo>
                    <a:pt x="20946" y="192"/>
                    <a:pt x="20925" y="148"/>
                    <a:pt x="20900" y="112"/>
                  </a:cubicBezTo>
                  <a:cubicBezTo>
                    <a:pt x="20833" y="24"/>
                    <a:pt x="20730" y="24"/>
                    <a:pt x="20528" y="24"/>
                  </a:cubicBezTo>
                  <a:lnTo>
                    <a:pt x="17735" y="24"/>
                  </a:lnTo>
                  <a:cubicBezTo>
                    <a:pt x="17631" y="4"/>
                    <a:pt x="17526" y="22"/>
                    <a:pt x="17427" y="77"/>
                  </a:cubicBezTo>
                  <a:cubicBezTo>
                    <a:pt x="17401" y="97"/>
                    <a:pt x="17377" y="126"/>
                    <a:pt x="17358" y="161"/>
                  </a:cubicBezTo>
                  <a:cubicBezTo>
                    <a:pt x="17298" y="312"/>
                    <a:pt x="17259" y="482"/>
                    <a:pt x="17246" y="659"/>
                  </a:cubicBezTo>
                  <a:cubicBezTo>
                    <a:pt x="16631" y="4639"/>
                    <a:pt x="13928" y="8429"/>
                    <a:pt x="12262" y="8532"/>
                  </a:cubicBezTo>
                  <a:lnTo>
                    <a:pt x="12262" y="781"/>
                  </a:lnTo>
                  <a:cubicBezTo>
                    <a:pt x="12262" y="473"/>
                    <a:pt x="12262" y="321"/>
                    <a:pt x="12215" y="210"/>
                  </a:cubicBezTo>
                  <a:cubicBezTo>
                    <a:pt x="12196" y="165"/>
                    <a:pt x="12172" y="126"/>
                    <a:pt x="12143" y="96"/>
                  </a:cubicBezTo>
                  <a:cubicBezTo>
                    <a:pt x="12030" y="22"/>
                    <a:pt x="11907" y="-3"/>
                    <a:pt x="11786" y="24"/>
                  </a:cubicBezTo>
                  <a:lnTo>
                    <a:pt x="9224" y="24"/>
                  </a:lnTo>
                  <a:cubicBezTo>
                    <a:pt x="9103" y="-3"/>
                    <a:pt x="8981" y="22"/>
                    <a:pt x="8869" y="96"/>
                  </a:cubicBezTo>
                  <a:cubicBezTo>
                    <a:pt x="8840" y="126"/>
                    <a:pt x="8816" y="165"/>
                    <a:pt x="8797" y="210"/>
                  </a:cubicBezTo>
                  <a:cubicBezTo>
                    <a:pt x="8749" y="321"/>
                    <a:pt x="8749" y="473"/>
                    <a:pt x="8749" y="781"/>
                  </a:cubicBezTo>
                  <a:lnTo>
                    <a:pt x="8749" y="14998"/>
                  </a:lnTo>
                  <a:cubicBezTo>
                    <a:pt x="8749" y="14998"/>
                    <a:pt x="4445" y="13854"/>
                    <a:pt x="3654" y="716"/>
                  </a:cubicBez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800"/>
              </a:pPr>
            </a:p>
          </p:txBody>
        </p:sp>
      </p:grpSp>
      <p:sp>
        <p:nvSpPr>
          <p:cNvPr id="28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в 2 строки +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Уровень текста 1…"/>
          <p:cNvSpPr txBox="1"/>
          <p:nvPr>
            <p:ph type="body" sz="half" idx="1"/>
          </p:nvPr>
        </p:nvSpPr>
        <p:spPr>
          <a:xfrm>
            <a:off x="6311901" y="692150"/>
            <a:ext cx="5208587" cy="554513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1012371" indent="-440871">
              <a:buSzPts val="1800"/>
              <a:defRPr sz="1800"/>
            </a:lvl2pPr>
            <a:lvl3pPr marL="1543050" indent="-514350">
              <a:buSzPts val="1800"/>
              <a:defRPr sz="1800"/>
            </a:lvl3pPr>
            <a:lvl4pPr marL="1828800" indent="-342900">
              <a:buSzPts val="1800"/>
              <a:defRPr sz="1800"/>
            </a:lvl4pPr>
            <a:lvl5pPr marL="2286000" indent="-342900">
              <a:buSzPts val="1800"/>
              <a:defRPr sz="1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04" name="Google Shape;175;p26"/>
          <p:cNvSpPr txBox="1"/>
          <p:nvPr>
            <p:ph type="body" sz="half" idx="21"/>
          </p:nvPr>
        </p:nvSpPr>
        <p:spPr>
          <a:xfrm>
            <a:off x="671512" y="2040888"/>
            <a:ext cx="5424489" cy="415988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5" name="Текст заголовка"/>
          <p:cNvSpPr txBox="1"/>
          <p:nvPr>
            <p:ph type="title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0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+ 2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Уровень текста 1…"/>
          <p:cNvSpPr txBox="1"/>
          <p:nvPr>
            <p:ph type="body" sz="half" idx="1"/>
          </p:nvPr>
        </p:nvSpPr>
        <p:spPr>
          <a:xfrm>
            <a:off x="677333" y="1773238"/>
            <a:ext cx="5317066" cy="4427538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4" name="Google Shape;180;p27"/>
          <p:cNvSpPr txBox="1"/>
          <p:nvPr>
            <p:ph type="body" sz="half" idx="21"/>
          </p:nvPr>
        </p:nvSpPr>
        <p:spPr>
          <a:xfrm>
            <a:off x="6197603" y="1773238"/>
            <a:ext cx="5317063" cy="442753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5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1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 фактои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184;p28" descr="Google Shape;184;p28"/>
          <p:cNvPicPr>
            <a:picLocks noChangeAspect="1"/>
          </p:cNvPicPr>
          <p:nvPr/>
        </p:nvPicPr>
        <p:blipFill>
          <a:blip r:embed="rId2">
            <a:extLst/>
          </a:blip>
          <a:srcRect l="34450" t="19159" r="15832" b="18805"/>
          <a:stretch>
            <a:fillRect/>
          </a:stretch>
        </p:blipFill>
        <p:spPr>
          <a:xfrm>
            <a:off x="5939756" y="-1"/>
            <a:ext cx="6252244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Уровень текста 1…"/>
          <p:cNvSpPr txBox="1"/>
          <p:nvPr>
            <p:ph type="body" sz="quarter" idx="1"/>
          </p:nvPr>
        </p:nvSpPr>
        <p:spPr>
          <a:xfrm>
            <a:off x="658812" y="4363180"/>
            <a:ext cx="10224001" cy="52522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1159328" indent="-587828">
              <a:buSzPts val="2400"/>
              <a:defRPr sz="2400"/>
            </a:lvl2pPr>
            <a:lvl3pPr marL="1714500" indent="-685800">
              <a:buSzPts val="2400"/>
              <a:defRPr sz="2400"/>
            </a:lvl3pPr>
            <a:lvl4pPr marL="1943100" indent="-457200">
              <a:buSzPts val="2400"/>
              <a:defRPr sz="2400"/>
            </a:lvl4pPr>
            <a:lvl5pPr marL="2400300" indent="-457200">
              <a:buSzPts val="2400"/>
              <a:defRPr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25" name="Google Shape;187;p28"/>
          <p:cNvSpPr txBox="1"/>
          <p:nvPr>
            <p:ph type="body" sz="half" idx="21"/>
          </p:nvPr>
        </p:nvSpPr>
        <p:spPr>
          <a:xfrm>
            <a:off x="671512" y="1773238"/>
            <a:ext cx="10224001" cy="2407063"/>
          </a:xfrm>
          <a:prstGeom prst="rect">
            <a:avLst/>
          </a:prstGeom>
        </p:spPr>
        <p:txBody>
          <a:bodyPr/>
          <a:lstStyle/>
          <a:p>
            <a:pPr>
              <a:defRPr b="1" sz="167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2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189;p29" descr="Google Shape;189;p29"/>
          <p:cNvPicPr>
            <a:picLocks noChangeAspect="1"/>
          </p:cNvPicPr>
          <p:nvPr/>
        </p:nvPicPr>
        <p:blipFill>
          <a:blip r:embed="rId2">
            <a:extLst/>
          </a:blip>
          <a:srcRect l="34450" t="19159" r="15832" b="18805"/>
          <a:stretch>
            <a:fillRect/>
          </a:stretch>
        </p:blipFill>
        <p:spPr>
          <a:xfrm>
            <a:off x="5939756" y="-1"/>
            <a:ext cx="6252244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334" name="Уровень текста 1…"/>
          <p:cNvSpPr txBox="1"/>
          <p:nvPr>
            <p:ph type="body" sz="quarter" idx="1"/>
          </p:nvPr>
        </p:nvSpPr>
        <p:spPr>
          <a:xfrm>
            <a:off x="672853" y="3878708"/>
            <a:ext cx="8131145" cy="176712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="1" sz="11500">
                <a:latin typeface="Play"/>
                <a:ea typeface="Play"/>
                <a:cs typeface="Play"/>
                <a:sym typeface="Play"/>
              </a:defRPr>
            </a:lvl1pPr>
            <a:lvl2pPr marL="3388178" indent="-2816678">
              <a:lnSpc>
                <a:spcPct val="100000"/>
              </a:lnSpc>
              <a:buSzPts val="11500"/>
              <a:defRPr b="1" sz="11500">
                <a:latin typeface="Play"/>
                <a:ea typeface="Play"/>
                <a:cs typeface="Play"/>
                <a:sym typeface="Play"/>
              </a:defRPr>
            </a:lvl2pPr>
            <a:lvl3pPr marL="4314825" indent="-3286125">
              <a:lnSpc>
                <a:spcPct val="100000"/>
              </a:lnSpc>
              <a:buSzPts val="11500"/>
              <a:defRPr b="1" sz="11500">
                <a:latin typeface="Play"/>
                <a:ea typeface="Play"/>
                <a:cs typeface="Play"/>
                <a:sym typeface="Play"/>
              </a:defRPr>
            </a:lvl3pPr>
            <a:lvl4pPr marL="3676650" indent="-2190750">
              <a:lnSpc>
                <a:spcPct val="100000"/>
              </a:lnSpc>
              <a:buSzPts val="11500"/>
              <a:defRPr b="1" sz="11500">
                <a:latin typeface="Play"/>
                <a:ea typeface="Play"/>
                <a:cs typeface="Play"/>
                <a:sym typeface="Play"/>
              </a:defRPr>
            </a:lvl4pPr>
            <a:lvl5pPr marL="4133850" indent="-2190750">
              <a:lnSpc>
                <a:spcPct val="100000"/>
              </a:lnSpc>
              <a:buSzPts val="11500"/>
              <a:defRPr b="1" sz="11500"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35" name="Google Shape;191;p29"/>
          <p:cNvSpPr txBox="1"/>
          <p:nvPr>
            <p:ph type="body" sz="quarter" idx="21"/>
          </p:nvPr>
        </p:nvSpPr>
        <p:spPr>
          <a:xfrm>
            <a:off x="672852" y="5715425"/>
            <a:ext cx="8131144" cy="485350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</a:p>
        </p:txBody>
      </p:sp>
      <p:sp>
        <p:nvSpPr>
          <p:cNvPr id="336" name="Google Shape;192;p29"/>
          <p:cNvSpPr txBox="1"/>
          <p:nvPr>
            <p:ph type="body" sz="quarter" idx="22"/>
          </p:nvPr>
        </p:nvSpPr>
        <p:spPr>
          <a:xfrm>
            <a:off x="671514" y="1045517"/>
            <a:ext cx="8131144" cy="176712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defRPr b="1" sz="115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37" name="Google Shape;193;p29"/>
          <p:cNvSpPr txBox="1"/>
          <p:nvPr>
            <p:ph type="body" sz="quarter" idx="23"/>
          </p:nvPr>
        </p:nvSpPr>
        <p:spPr>
          <a:xfrm>
            <a:off x="671512" y="2882234"/>
            <a:ext cx="8131145" cy="485350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</a:p>
        </p:txBody>
      </p:sp>
      <p:sp>
        <p:nvSpPr>
          <p:cNvPr id="33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 фактои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Уровень текста 1…"/>
          <p:cNvSpPr txBox="1"/>
          <p:nvPr>
            <p:ph type="body" sz="quarter" idx="1"/>
          </p:nvPr>
        </p:nvSpPr>
        <p:spPr>
          <a:xfrm>
            <a:off x="6097339" y="3864033"/>
            <a:ext cx="5417328" cy="1080001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 b="1" sz="8800">
                <a:latin typeface="Play"/>
                <a:ea typeface="Play"/>
                <a:cs typeface="Play"/>
                <a:sym typeface="Play"/>
              </a:defRPr>
            </a:lvl1pPr>
            <a:lvl2pPr marL="2726871" indent="-2155371">
              <a:lnSpc>
                <a:spcPct val="100000"/>
              </a:lnSpc>
              <a:buSzPts val="8800"/>
              <a:defRPr b="1" sz="8800">
                <a:latin typeface="Play"/>
                <a:ea typeface="Play"/>
                <a:cs typeface="Play"/>
                <a:sym typeface="Play"/>
              </a:defRPr>
            </a:lvl2pPr>
            <a:lvl3pPr marL="3543300" indent="-2514600">
              <a:lnSpc>
                <a:spcPct val="100000"/>
              </a:lnSpc>
              <a:buSzPts val="8800"/>
              <a:defRPr b="1" sz="8800">
                <a:latin typeface="Play"/>
                <a:ea typeface="Play"/>
                <a:cs typeface="Play"/>
                <a:sym typeface="Play"/>
              </a:defRPr>
            </a:lvl3pPr>
            <a:lvl4pPr marL="3162300" indent="-1676400">
              <a:lnSpc>
                <a:spcPct val="100000"/>
              </a:lnSpc>
              <a:buSzPts val="8800"/>
              <a:defRPr b="1" sz="8800">
                <a:latin typeface="Play"/>
                <a:ea typeface="Play"/>
                <a:cs typeface="Play"/>
                <a:sym typeface="Play"/>
              </a:defRPr>
            </a:lvl4pPr>
            <a:lvl5pPr marL="3619500" indent="-1676400">
              <a:lnSpc>
                <a:spcPct val="100000"/>
              </a:lnSpc>
              <a:buSzPts val="8800"/>
              <a:defRPr b="1" sz="8800"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46" name="Google Shape;198;p30"/>
          <p:cNvSpPr txBox="1"/>
          <p:nvPr>
            <p:ph type="body" sz="quarter" idx="21"/>
          </p:nvPr>
        </p:nvSpPr>
        <p:spPr>
          <a:xfrm>
            <a:off x="6097337" y="5058095"/>
            <a:ext cx="5417328" cy="356618"/>
          </a:xfrm>
          <a:prstGeom prst="rect">
            <a:avLst/>
          </a:prstGeom>
        </p:spPr>
        <p:txBody>
          <a:bodyPr/>
          <a:lstStyle/>
          <a:p>
            <a:pPr>
              <a:defRPr sz="1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47" name="Google Shape;199;p30"/>
          <p:cNvSpPr txBox="1"/>
          <p:nvPr>
            <p:ph type="body" sz="quarter" idx="22"/>
          </p:nvPr>
        </p:nvSpPr>
        <p:spPr>
          <a:xfrm>
            <a:off x="6096000" y="1773238"/>
            <a:ext cx="5417328" cy="1080001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100000"/>
              </a:lnSpc>
              <a:defRPr b="1" sz="8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48" name="Google Shape;200;p30"/>
          <p:cNvSpPr txBox="1"/>
          <p:nvPr>
            <p:ph type="body" sz="quarter" idx="23"/>
          </p:nvPr>
        </p:nvSpPr>
        <p:spPr>
          <a:xfrm>
            <a:off x="6096000" y="2967300"/>
            <a:ext cx="5417328" cy="356618"/>
          </a:xfrm>
          <a:prstGeom prst="rect">
            <a:avLst/>
          </a:prstGeom>
        </p:spPr>
        <p:txBody>
          <a:bodyPr/>
          <a:lstStyle/>
          <a:p>
            <a:pPr>
              <a:defRPr sz="1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49" name="Google Shape;201;p30"/>
          <p:cNvSpPr txBox="1"/>
          <p:nvPr>
            <p:ph type="body" sz="quarter" idx="24"/>
          </p:nvPr>
        </p:nvSpPr>
        <p:spPr>
          <a:xfrm>
            <a:off x="680011" y="3864033"/>
            <a:ext cx="5239527" cy="1080001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100000"/>
              </a:lnSpc>
              <a:defRPr b="1" sz="8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50" name="Google Shape;202;p30"/>
          <p:cNvSpPr txBox="1"/>
          <p:nvPr>
            <p:ph type="body" sz="quarter" idx="25"/>
          </p:nvPr>
        </p:nvSpPr>
        <p:spPr>
          <a:xfrm>
            <a:off x="680010" y="5058095"/>
            <a:ext cx="5239527" cy="356618"/>
          </a:xfrm>
          <a:prstGeom prst="rect">
            <a:avLst/>
          </a:prstGeom>
        </p:spPr>
        <p:txBody>
          <a:bodyPr/>
          <a:lstStyle/>
          <a:p>
            <a:pPr>
              <a:defRPr sz="1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51" name="Google Shape;203;p30"/>
          <p:cNvSpPr txBox="1"/>
          <p:nvPr>
            <p:ph type="body" sz="quarter" idx="26"/>
          </p:nvPr>
        </p:nvSpPr>
        <p:spPr>
          <a:xfrm>
            <a:off x="678672" y="1773238"/>
            <a:ext cx="5239527" cy="1080001"/>
          </a:xfrm>
          <a:prstGeom prst="rect">
            <a:avLst/>
          </a:prstGeom>
        </p:spPr>
        <p:txBody>
          <a:bodyPr anchor="b"/>
          <a:lstStyle/>
          <a:p>
            <a:pPr>
              <a:lnSpc>
                <a:spcPct val="100000"/>
              </a:lnSpc>
              <a:defRPr b="1" sz="8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52" name="Google Shape;204;p30"/>
          <p:cNvSpPr txBox="1"/>
          <p:nvPr>
            <p:ph type="body" sz="quarter" idx="27"/>
          </p:nvPr>
        </p:nvSpPr>
        <p:spPr>
          <a:xfrm>
            <a:off x="678672" y="2967300"/>
            <a:ext cx="5239527" cy="356618"/>
          </a:xfrm>
          <a:prstGeom prst="rect">
            <a:avLst/>
          </a:prstGeom>
        </p:spPr>
        <p:txBody>
          <a:bodyPr/>
          <a:lstStyle/>
          <a:p>
            <a:pPr>
              <a:defRPr sz="18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 фактоид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Уровень текста 1…"/>
          <p:cNvSpPr txBox="1"/>
          <p:nvPr>
            <p:ph type="body" sz="quarter" idx="1"/>
          </p:nvPr>
        </p:nvSpPr>
        <p:spPr>
          <a:xfrm>
            <a:off x="5345017" y="617219"/>
            <a:ext cx="2779201" cy="924331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1894114" indent="-1322614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2pPr>
            <a:lvl3pPr marL="2571750" indent="-154305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3pPr>
            <a:lvl4pPr marL="2514600" indent="-102870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4pPr>
            <a:lvl5pPr marL="2971800" indent="-102870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61" name="Google Shape;207;p31"/>
          <p:cNvSpPr txBox="1"/>
          <p:nvPr>
            <p:ph type="body" sz="quarter" idx="21"/>
          </p:nvPr>
        </p:nvSpPr>
        <p:spPr>
          <a:xfrm>
            <a:off x="5345017" y="1620441"/>
            <a:ext cx="2779201" cy="49859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2" name="Google Shape;208;p31"/>
          <p:cNvSpPr txBox="1"/>
          <p:nvPr>
            <p:ph type="body" sz="quarter" idx="22"/>
          </p:nvPr>
        </p:nvSpPr>
        <p:spPr>
          <a:xfrm>
            <a:off x="5345017" y="2680785"/>
            <a:ext cx="2779202" cy="924331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63" name="Google Shape;209;p31"/>
          <p:cNvSpPr txBox="1"/>
          <p:nvPr>
            <p:ph type="body" sz="quarter" idx="23"/>
          </p:nvPr>
        </p:nvSpPr>
        <p:spPr>
          <a:xfrm>
            <a:off x="5345017" y="3684008"/>
            <a:ext cx="2779201" cy="49859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4" name="Google Shape;210;p31"/>
          <p:cNvSpPr txBox="1"/>
          <p:nvPr>
            <p:ph type="body" sz="quarter" idx="24"/>
          </p:nvPr>
        </p:nvSpPr>
        <p:spPr>
          <a:xfrm>
            <a:off x="8424464" y="617219"/>
            <a:ext cx="2779201" cy="924331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65" name="Google Shape;211;p31"/>
          <p:cNvSpPr txBox="1"/>
          <p:nvPr>
            <p:ph type="body" sz="quarter" idx="25"/>
          </p:nvPr>
        </p:nvSpPr>
        <p:spPr>
          <a:xfrm>
            <a:off x="8424463" y="1620441"/>
            <a:ext cx="2779201" cy="49859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6" name="Google Shape;212;p31"/>
          <p:cNvSpPr txBox="1"/>
          <p:nvPr>
            <p:ph type="body" sz="quarter" idx="26"/>
          </p:nvPr>
        </p:nvSpPr>
        <p:spPr>
          <a:xfrm>
            <a:off x="8424464" y="2680785"/>
            <a:ext cx="2779201" cy="924331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67" name="Google Shape;213;p31"/>
          <p:cNvSpPr txBox="1"/>
          <p:nvPr>
            <p:ph type="body" sz="quarter" idx="27"/>
          </p:nvPr>
        </p:nvSpPr>
        <p:spPr>
          <a:xfrm>
            <a:off x="8424463" y="3684008"/>
            <a:ext cx="2779201" cy="49859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8" name="Google Shape;214;p31"/>
          <p:cNvSpPr txBox="1"/>
          <p:nvPr>
            <p:ph type="body" sz="quarter" idx="28"/>
          </p:nvPr>
        </p:nvSpPr>
        <p:spPr>
          <a:xfrm>
            <a:off x="668348" y="2495795"/>
            <a:ext cx="3384001" cy="111056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Текст заголовка"/>
          <p:cNvSpPr txBox="1"/>
          <p:nvPr>
            <p:ph type="title"/>
          </p:nvPr>
        </p:nvSpPr>
        <p:spPr>
          <a:xfrm>
            <a:off x="677333" y="692150"/>
            <a:ext cx="3366031" cy="1601872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7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6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Уровень текста 1…"/>
          <p:cNvSpPr txBox="1"/>
          <p:nvPr>
            <p:ph type="body" sz="quarter" idx="1"/>
          </p:nvPr>
        </p:nvSpPr>
        <p:spPr>
          <a:xfrm>
            <a:off x="5345019" y="617219"/>
            <a:ext cx="2484001" cy="760413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1894114" indent="-1322614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2pPr>
            <a:lvl3pPr marL="2571750" indent="-154305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3pPr>
            <a:lvl4pPr marL="2514600" indent="-102870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4pPr>
            <a:lvl5pPr marL="2971800" indent="-102870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78" name="Google Shape;219;p32"/>
          <p:cNvSpPr txBox="1"/>
          <p:nvPr>
            <p:ph type="body" sz="quarter" idx="21"/>
          </p:nvPr>
        </p:nvSpPr>
        <p:spPr>
          <a:xfrm>
            <a:off x="5345019" y="1452768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9" name="Google Shape;220;p32"/>
          <p:cNvSpPr txBox="1"/>
          <p:nvPr>
            <p:ph type="body" sz="quarter" idx="22"/>
          </p:nvPr>
        </p:nvSpPr>
        <p:spPr>
          <a:xfrm>
            <a:off x="8375766" y="617219"/>
            <a:ext cx="2484001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80" name="Google Shape;221;p32"/>
          <p:cNvSpPr txBox="1"/>
          <p:nvPr>
            <p:ph type="body" sz="quarter" idx="23"/>
          </p:nvPr>
        </p:nvSpPr>
        <p:spPr>
          <a:xfrm>
            <a:off x="8375766" y="1452768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1" name="Google Shape;222;p32"/>
          <p:cNvSpPr txBox="1"/>
          <p:nvPr>
            <p:ph type="body" sz="quarter" idx="24"/>
          </p:nvPr>
        </p:nvSpPr>
        <p:spPr>
          <a:xfrm>
            <a:off x="5345019" y="2293322"/>
            <a:ext cx="2484001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82" name="Google Shape;223;p32"/>
          <p:cNvSpPr txBox="1"/>
          <p:nvPr>
            <p:ph type="body" sz="quarter" idx="25"/>
          </p:nvPr>
        </p:nvSpPr>
        <p:spPr>
          <a:xfrm>
            <a:off x="5345019" y="3128871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3" name="Google Shape;224;p32"/>
          <p:cNvSpPr txBox="1"/>
          <p:nvPr>
            <p:ph type="body" sz="quarter" idx="26"/>
          </p:nvPr>
        </p:nvSpPr>
        <p:spPr>
          <a:xfrm>
            <a:off x="8375766" y="2293322"/>
            <a:ext cx="2484001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84" name="Google Shape;225;p32"/>
          <p:cNvSpPr txBox="1"/>
          <p:nvPr>
            <p:ph type="body" sz="quarter" idx="27"/>
          </p:nvPr>
        </p:nvSpPr>
        <p:spPr>
          <a:xfrm>
            <a:off x="8375766" y="3128872"/>
            <a:ext cx="2484001" cy="59785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5" name="Google Shape;226;p32"/>
          <p:cNvSpPr txBox="1"/>
          <p:nvPr>
            <p:ph type="body" sz="quarter" idx="28"/>
          </p:nvPr>
        </p:nvSpPr>
        <p:spPr>
          <a:xfrm>
            <a:off x="5345019" y="3971488"/>
            <a:ext cx="2484001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86" name="Google Shape;227;p32"/>
          <p:cNvSpPr txBox="1"/>
          <p:nvPr>
            <p:ph type="body" sz="quarter" idx="29"/>
          </p:nvPr>
        </p:nvSpPr>
        <p:spPr>
          <a:xfrm>
            <a:off x="5345019" y="4807039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7" name="Google Shape;228;p32"/>
          <p:cNvSpPr txBox="1"/>
          <p:nvPr>
            <p:ph type="body" sz="quarter" idx="30"/>
          </p:nvPr>
        </p:nvSpPr>
        <p:spPr>
          <a:xfrm>
            <a:off x="8375766" y="3971488"/>
            <a:ext cx="2484001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388" name="Google Shape;229;p32"/>
          <p:cNvSpPr txBox="1"/>
          <p:nvPr>
            <p:ph type="body" sz="quarter" idx="31"/>
          </p:nvPr>
        </p:nvSpPr>
        <p:spPr>
          <a:xfrm>
            <a:off x="8375766" y="4807039"/>
            <a:ext cx="2484001" cy="597857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9" name="Google Shape;230;p32"/>
          <p:cNvSpPr txBox="1"/>
          <p:nvPr>
            <p:ph type="body" sz="quarter" idx="32"/>
          </p:nvPr>
        </p:nvSpPr>
        <p:spPr>
          <a:xfrm>
            <a:off x="671512" y="2496200"/>
            <a:ext cx="3384002" cy="111056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0" name="Текст заголовка"/>
          <p:cNvSpPr txBox="1"/>
          <p:nvPr>
            <p:ph type="title"/>
          </p:nvPr>
        </p:nvSpPr>
        <p:spPr>
          <a:xfrm>
            <a:off x="677333" y="692150"/>
            <a:ext cx="3366031" cy="1601173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9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9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Уровень текста 1…"/>
          <p:cNvSpPr txBox="1"/>
          <p:nvPr>
            <p:ph type="body" sz="quarter" idx="1"/>
          </p:nvPr>
        </p:nvSpPr>
        <p:spPr>
          <a:xfrm>
            <a:off x="5342973" y="621774"/>
            <a:ext cx="1764001" cy="806454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1894114" indent="-1322614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2pPr>
            <a:lvl3pPr marL="2571750" indent="-154305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3pPr>
            <a:lvl4pPr marL="2514600" indent="-102870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4pPr>
            <a:lvl5pPr marL="2971800" indent="-102870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99" name="Google Shape;235;p33"/>
          <p:cNvSpPr txBox="1"/>
          <p:nvPr>
            <p:ph type="body" sz="quarter" idx="21"/>
          </p:nvPr>
        </p:nvSpPr>
        <p:spPr>
          <a:xfrm>
            <a:off x="5342973" y="143976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0" name="Google Shape;236;p33"/>
          <p:cNvSpPr txBox="1"/>
          <p:nvPr>
            <p:ph type="body" sz="quarter" idx="22"/>
          </p:nvPr>
        </p:nvSpPr>
        <p:spPr>
          <a:xfrm>
            <a:off x="7395992" y="621774"/>
            <a:ext cx="1764001" cy="806454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01" name="Google Shape;237;p33"/>
          <p:cNvSpPr txBox="1"/>
          <p:nvPr>
            <p:ph type="body" sz="quarter" idx="23"/>
          </p:nvPr>
        </p:nvSpPr>
        <p:spPr>
          <a:xfrm>
            <a:off x="7395992" y="143976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2" name="Google Shape;238;p33"/>
          <p:cNvSpPr txBox="1"/>
          <p:nvPr>
            <p:ph type="body" sz="quarter" idx="24"/>
          </p:nvPr>
        </p:nvSpPr>
        <p:spPr>
          <a:xfrm>
            <a:off x="9445338" y="621774"/>
            <a:ext cx="1764001" cy="806454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03" name="Google Shape;239;p33"/>
          <p:cNvSpPr txBox="1"/>
          <p:nvPr>
            <p:ph type="body" sz="quarter" idx="25"/>
          </p:nvPr>
        </p:nvSpPr>
        <p:spPr>
          <a:xfrm>
            <a:off x="9445338" y="143976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4" name="Google Shape;240;p33"/>
          <p:cNvSpPr txBox="1"/>
          <p:nvPr>
            <p:ph type="body" sz="quarter" idx="26"/>
          </p:nvPr>
        </p:nvSpPr>
        <p:spPr>
          <a:xfrm>
            <a:off x="5342973" y="2524163"/>
            <a:ext cx="1764001" cy="796382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05" name="Google Shape;241;p33"/>
          <p:cNvSpPr txBox="1"/>
          <p:nvPr>
            <p:ph type="body" sz="quarter" idx="27"/>
          </p:nvPr>
        </p:nvSpPr>
        <p:spPr>
          <a:xfrm>
            <a:off x="5342973" y="333580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6" name="Google Shape;242;p33"/>
          <p:cNvSpPr txBox="1"/>
          <p:nvPr>
            <p:ph type="body" sz="quarter" idx="28"/>
          </p:nvPr>
        </p:nvSpPr>
        <p:spPr>
          <a:xfrm>
            <a:off x="7399667" y="2524163"/>
            <a:ext cx="1764001" cy="796382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07" name="Google Shape;243;p33"/>
          <p:cNvSpPr txBox="1"/>
          <p:nvPr>
            <p:ph type="body" sz="quarter" idx="29"/>
          </p:nvPr>
        </p:nvSpPr>
        <p:spPr>
          <a:xfrm>
            <a:off x="7399667" y="333580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Google Shape;244;p33"/>
          <p:cNvSpPr txBox="1"/>
          <p:nvPr>
            <p:ph type="body" sz="quarter" idx="30"/>
          </p:nvPr>
        </p:nvSpPr>
        <p:spPr>
          <a:xfrm>
            <a:off x="9452688" y="2524163"/>
            <a:ext cx="1764001" cy="796382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09" name="Google Shape;245;p33"/>
          <p:cNvSpPr txBox="1"/>
          <p:nvPr>
            <p:ph type="body" sz="quarter" idx="31"/>
          </p:nvPr>
        </p:nvSpPr>
        <p:spPr>
          <a:xfrm>
            <a:off x="9452688" y="3335806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0" name="Google Shape;246;p33"/>
          <p:cNvSpPr txBox="1"/>
          <p:nvPr>
            <p:ph type="body" sz="quarter" idx="32"/>
          </p:nvPr>
        </p:nvSpPr>
        <p:spPr>
          <a:xfrm>
            <a:off x="5342973" y="4348796"/>
            <a:ext cx="1764001" cy="796382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11" name="Google Shape;247;p33"/>
          <p:cNvSpPr txBox="1"/>
          <p:nvPr>
            <p:ph type="body" sz="quarter" idx="33"/>
          </p:nvPr>
        </p:nvSpPr>
        <p:spPr>
          <a:xfrm>
            <a:off x="5342973" y="5157265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2" name="Google Shape;248;p33"/>
          <p:cNvSpPr txBox="1"/>
          <p:nvPr>
            <p:ph type="body" sz="quarter" idx="34"/>
          </p:nvPr>
        </p:nvSpPr>
        <p:spPr>
          <a:xfrm>
            <a:off x="7395992" y="4348796"/>
            <a:ext cx="1764001" cy="796382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13" name="Google Shape;249;p33"/>
          <p:cNvSpPr txBox="1"/>
          <p:nvPr>
            <p:ph type="body" sz="quarter" idx="35"/>
          </p:nvPr>
        </p:nvSpPr>
        <p:spPr>
          <a:xfrm>
            <a:off x="7395992" y="5157265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4" name="Google Shape;250;p33"/>
          <p:cNvSpPr txBox="1"/>
          <p:nvPr>
            <p:ph type="body" sz="quarter" idx="36"/>
          </p:nvPr>
        </p:nvSpPr>
        <p:spPr>
          <a:xfrm>
            <a:off x="9445338" y="4348796"/>
            <a:ext cx="1764001" cy="796382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15" name="Google Shape;251;p33"/>
          <p:cNvSpPr txBox="1"/>
          <p:nvPr>
            <p:ph type="body" sz="quarter" idx="37"/>
          </p:nvPr>
        </p:nvSpPr>
        <p:spPr>
          <a:xfrm>
            <a:off x="9445338" y="5157265"/>
            <a:ext cx="1764001" cy="60112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6" name="Google Shape;252;p33"/>
          <p:cNvSpPr txBox="1"/>
          <p:nvPr>
            <p:ph type="body" sz="quarter" idx="38"/>
          </p:nvPr>
        </p:nvSpPr>
        <p:spPr>
          <a:xfrm>
            <a:off x="671512" y="2487266"/>
            <a:ext cx="3384002" cy="111056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7" name="Текст заголовка"/>
          <p:cNvSpPr txBox="1"/>
          <p:nvPr>
            <p:ph type="title"/>
          </p:nvPr>
        </p:nvSpPr>
        <p:spPr>
          <a:xfrm>
            <a:off x="677333" y="692150"/>
            <a:ext cx="3366031" cy="1601173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1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8 фактоид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Уровень текста 1…"/>
          <p:cNvSpPr txBox="1"/>
          <p:nvPr>
            <p:ph type="body" sz="quarter" idx="1"/>
          </p:nvPr>
        </p:nvSpPr>
        <p:spPr>
          <a:xfrm>
            <a:off x="671512" y="2052228"/>
            <a:ext cx="2575862" cy="760414"/>
          </a:xfrm>
          <a:prstGeom prst="rect">
            <a:avLst/>
          </a:prstGeom>
        </p:spPr>
        <p:txBody>
          <a:bodyPr/>
          <a:lstStyle>
            <a:lvl1pPr>
              <a:defRPr sz="5400">
                <a:latin typeface="Play"/>
                <a:ea typeface="Play"/>
                <a:cs typeface="Play"/>
                <a:sym typeface="Play"/>
              </a:defRPr>
            </a:lvl1pPr>
            <a:lvl2pPr marL="1894114" indent="-1322614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2pPr>
            <a:lvl3pPr marL="2571750" indent="-154305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3pPr>
            <a:lvl4pPr marL="2514600" indent="-102870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4pPr>
            <a:lvl5pPr marL="2971800" indent="-1028700">
              <a:buSzPts val="5400"/>
              <a:defRPr sz="5400">
                <a:latin typeface="Play"/>
                <a:ea typeface="Play"/>
                <a:cs typeface="Play"/>
                <a:sym typeface="Play"/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26" name="Google Shape;257;p34"/>
          <p:cNvSpPr txBox="1"/>
          <p:nvPr>
            <p:ph type="body" sz="quarter" idx="21"/>
          </p:nvPr>
        </p:nvSpPr>
        <p:spPr>
          <a:xfrm>
            <a:off x="671512" y="2947810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7" name="Google Shape;258;p34"/>
          <p:cNvSpPr txBox="1"/>
          <p:nvPr>
            <p:ph type="body" sz="quarter" idx="22"/>
          </p:nvPr>
        </p:nvSpPr>
        <p:spPr>
          <a:xfrm>
            <a:off x="3433450" y="2052228"/>
            <a:ext cx="2575862" cy="760414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28" name="Google Shape;259;p34"/>
          <p:cNvSpPr txBox="1"/>
          <p:nvPr>
            <p:ph type="body" sz="quarter" idx="23"/>
          </p:nvPr>
        </p:nvSpPr>
        <p:spPr>
          <a:xfrm>
            <a:off x="3433450" y="2947810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9" name="Google Shape;260;p34"/>
          <p:cNvSpPr txBox="1"/>
          <p:nvPr>
            <p:ph type="body" sz="quarter" idx="24"/>
          </p:nvPr>
        </p:nvSpPr>
        <p:spPr>
          <a:xfrm>
            <a:off x="6195388" y="2052228"/>
            <a:ext cx="2575862" cy="760414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30" name="Google Shape;261;p34"/>
          <p:cNvSpPr txBox="1"/>
          <p:nvPr>
            <p:ph type="body" sz="quarter" idx="25"/>
          </p:nvPr>
        </p:nvSpPr>
        <p:spPr>
          <a:xfrm>
            <a:off x="6195388" y="2947810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1" name="Google Shape;262;p34"/>
          <p:cNvSpPr txBox="1"/>
          <p:nvPr>
            <p:ph type="body" sz="quarter" idx="26"/>
          </p:nvPr>
        </p:nvSpPr>
        <p:spPr>
          <a:xfrm>
            <a:off x="8957326" y="2052228"/>
            <a:ext cx="2575862" cy="760414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32" name="Google Shape;263;p34"/>
          <p:cNvSpPr txBox="1"/>
          <p:nvPr>
            <p:ph type="body" sz="quarter" idx="27"/>
          </p:nvPr>
        </p:nvSpPr>
        <p:spPr>
          <a:xfrm>
            <a:off x="8957326" y="2947810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3" name="Google Shape;264;p34"/>
          <p:cNvSpPr txBox="1"/>
          <p:nvPr>
            <p:ph type="body" sz="quarter" idx="28"/>
          </p:nvPr>
        </p:nvSpPr>
        <p:spPr>
          <a:xfrm>
            <a:off x="671512" y="4142061"/>
            <a:ext cx="2575862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34" name="Google Shape;265;p34"/>
          <p:cNvSpPr txBox="1"/>
          <p:nvPr>
            <p:ph type="body" sz="quarter" idx="29"/>
          </p:nvPr>
        </p:nvSpPr>
        <p:spPr>
          <a:xfrm>
            <a:off x="671512" y="5031926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5" name="Google Shape;266;p34"/>
          <p:cNvSpPr txBox="1"/>
          <p:nvPr>
            <p:ph type="body" sz="quarter" idx="30"/>
          </p:nvPr>
        </p:nvSpPr>
        <p:spPr>
          <a:xfrm>
            <a:off x="3433450" y="4142061"/>
            <a:ext cx="2575862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36" name="Google Shape;267;p34"/>
          <p:cNvSpPr txBox="1"/>
          <p:nvPr>
            <p:ph type="body" sz="quarter" idx="31"/>
          </p:nvPr>
        </p:nvSpPr>
        <p:spPr>
          <a:xfrm>
            <a:off x="3433450" y="5031926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7" name="Google Shape;268;p34"/>
          <p:cNvSpPr txBox="1"/>
          <p:nvPr>
            <p:ph type="body" sz="quarter" idx="32"/>
          </p:nvPr>
        </p:nvSpPr>
        <p:spPr>
          <a:xfrm>
            <a:off x="6195388" y="4142061"/>
            <a:ext cx="2575862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38" name="Google Shape;269;p34"/>
          <p:cNvSpPr txBox="1"/>
          <p:nvPr>
            <p:ph type="body" sz="quarter" idx="33"/>
          </p:nvPr>
        </p:nvSpPr>
        <p:spPr>
          <a:xfrm>
            <a:off x="6195388" y="5031926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9" name="Google Shape;270;p34"/>
          <p:cNvSpPr txBox="1"/>
          <p:nvPr>
            <p:ph type="body" sz="quarter" idx="34"/>
          </p:nvPr>
        </p:nvSpPr>
        <p:spPr>
          <a:xfrm>
            <a:off x="8957326" y="4142061"/>
            <a:ext cx="2575862" cy="760413"/>
          </a:xfrm>
          <a:prstGeom prst="rect">
            <a:avLst/>
          </a:prstGeom>
        </p:spPr>
        <p:txBody>
          <a:bodyPr/>
          <a:lstStyle/>
          <a:p>
            <a:pPr>
              <a:defRPr sz="5400">
                <a:latin typeface="Play"/>
                <a:ea typeface="Play"/>
                <a:cs typeface="Play"/>
                <a:sym typeface="Play"/>
              </a:defRPr>
            </a:pPr>
          </a:p>
        </p:txBody>
      </p:sp>
      <p:sp>
        <p:nvSpPr>
          <p:cNvPr id="440" name="Google Shape;271;p34"/>
          <p:cNvSpPr txBox="1"/>
          <p:nvPr>
            <p:ph type="body" sz="quarter" idx="35"/>
          </p:nvPr>
        </p:nvSpPr>
        <p:spPr>
          <a:xfrm>
            <a:off x="8957326" y="5031926"/>
            <a:ext cx="2575862" cy="62840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1" name="Текст заголовка"/>
          <p:cNvSpPr txBox="1"/>
          <p:nvPr>
            <p:ph type="title"/>
          </p:nvPr>
        </p:nvSpPr>
        <p:spPr>
          <a:xfrm>
            <a:off x="677333" y="692150"/>
            <a:ext cx="10868555" cy="628404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4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Мокап телефона (android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275;p35" descr="Google Shape;275;p3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28439" y="692150"/>
            <a:ext cx="2655711" cy="5508625"/>
          </a:xfrm>
          <a:prstGeom prst="rect">
            <a:avLst/>
          </a:prstGeom>
          <a:ln w="12700">
            <a:miter lim="400000"/>
          </a:ln>
        </p:spPr>
      </p:pic>
      <p:sp>
        <p:nvSpPr>
          <p:cNvPr id="450" name="Google Shape;276;p35"/>
          <p:cNvSpPr/>
          <p:nvPr>
            <p:ph type="pic" sz="quarter" idx="21"/>
          </p:nvPr>
        </p:nvSpPr>
        <p:spPr>
          <a:xfrm>
            <a:off x="7767579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51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541866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52" name="Текст заголовка"/>
          <p:cNvSpPr txBox="1"/>
          <p:nvPr>
            <p:ph type="title"/>
          </p:nvPr>
        </p:nvSpPr>
        <p:spPr>
          <a:xfrm>
            <a:off x="677333" y="692150"/>
            <a:ext cx="541866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мокапа телефона (1 androi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466301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61" name="Текст заголовка"/>
          <p:cNvSpPr txBox="1"/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pic>
        <p:nvPicPr>
          <p:cNvPr id="462" name="Google Shape;284;p36" descr="Google Shape;284;p3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18754" y="692150"/>
            <a:ext cx="2655711" cy="5508625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463" name="Google Shape;285;p36"/>
          <p:cNvSpPr/>
          <p:nvPr>
            <p:ph type="pic" sz="quarter" idx="21"/>
          </p:nvPr>
        </p:nvSpPr>
        <p:spPr>
          <a:xfrm>
            <a:off x="9057892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464" name="Google Shape;286;p36" descr="Google Shape;286;p3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4129" y="692150"/>
            <a:ext cx="2655711" cy="5508625"/>
          </a:xfrm>
          <a:prstGeom prst="rect">
            <a:avLst/>
          </a:prstGeom>
          <a:ln w="12700">
            <a:miter lim="400000"/>
          </a:ln>
        </p:spPr>
      </p:pic>
      <p:sp>
        <p:nvSpPr>
          <p:cNvPr id="465" name="Google Shape;287;p36"/>
          <p:cNvSpPr/>
          <p:nvPr>
            <p:ph type="pic" sz="quarter" idx="22"/>
          </p:nvPr>
        </p:nvSpPr>
        <p:spPr>
          <a:xfrm>
            <a:off x="6343267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6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мокапа телефона (2 android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Уровень текста 1…"/>
          <p:cNvSpPr txBox="1"/>
          <p:nvPr>
            <p:ph type="body" sz="half" idx="1"/>
          </p:nvPr>
        </p:nvSpPr>
        <p:spPr>
          <a:xfrm>
            <a:off x="6850064" y="2055970"/>
            <a:ext cx="466301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74" name="Текст заголовка"/>
          <p:cNvSpPr txBox="1"/>
          <p:nvPr>
            <p:ph type="title"/>
          </p:nvPr>
        </p:nvSpPr>
        <p:spPr>
          <a:xfrm>
            <a:off x="6855884" y="692150"/>
            <a:ext cx="4663017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pic>
        <p:nvPicPr>
          <p:cNvPr id="475" name="Google Shape;292;p37" descr="Google Shape;292;p3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30573" y="692150"/>
            <a:ext cx="2655711" cy="5508625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Google Shape;293;p37"/>
          <p:cNvSpPr/>
          <p:nvPr>
            <p:ph type="pic" sz="quarter" idx="21"/>
          </p:nvPr>
        </p:nvSpPr>
        <p:spPr>
          <a:xfrm>
            <a:off x="3469713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477" name="Google Shape;294;p37" descr="Google Shape;294;p3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5948" y="692150"/>
            <a:ext cx="2655711" cy="5508625"/>
          </a:xfrm>
          <a:prstGeom prst="rect">
            <a:avLst/>
          </a:prstGeom>
          <a:ln w="12700">
            <a:miter lim="400000"/>
          </a:ln>
        </p:spPr>
      </p:pic>
      <p:sp>
        <p:nvSpPr>
          <p:cNvPr id="478" name="Google Shape;295;p37"/>
          <p:cNvSpPr/>
          <p:nvPr>
            <p:ph type="pic" sz="quarter" idx="22"/>
          </p:nvPr>
        </p:nvSpPr>
        <p:spPr>
          <a:xfrm>
            <a:off x="755088" y="1009594"/>
            <a:ext cx="2389453" cy="5034019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7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Увеличенный мокап телефона (android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297;p38" descr="Google Shape;297;p3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1106" y="692150"/>
            <a:ext cx="3863417" cy="8013720"/>
          </a:xfrm>
          <a:prstGeom prst="rect">
            <a:avLst/>
          </a:prstGeom>
          <a:ln w="12700">
            <a:miter lim="400000"/>
          </a:ln>
        </p:spPr>
      </p:pic>
      <p:sp>
        <p:nvSpPr>
          <p:cNvPr id="487" name="Google Shape;298;p38"/>
          <p:cNvSpPr/>
          <p:nvPr>
            <p:ph type="pic" sz="half" idx="21"/>
          </p:nvPr>
        </p:nvSpPr>
        <p:spPr>
          <a:xfrm>
            <a:off x="7274308" y="1170527"/>
            <a:ext cx="3457423" cy="7345451"/>
          </a:xfrm>
          <a:prstGeom prst="rect">
            <a:avLst/>
          </a:prstGeom>
          <a:ln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88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5424486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89" name="Текст заголовка"/>
          <p:cNvSpPr txBox="1"/>
          <p:nvPr>
            <p:ph type="title"/>
          </p:nvPr>
        </p:nvSpPr>
        <p:spPr>
          <a:xfrm>
            <a:off x="677333" y="692150"/>
            <a:ext cx="5424487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9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мокапа телефон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466301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8" name="Текст заголовка"/>
          <p:cNvSpPr txBox="1"/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grpSp>
        <p:nvGrpSpPr>
          <p:cNvPr id="501" name="Google Shape;306;p39"/>
          <p:cNvGrpSpPr/>
          <p:nvPr/>
        </p:nvGrpSpPr>
        <p:grpSpPr>
          <a:xfrm>
            <a:off x="8616939" y="452281"/>
            <a:ext cx="3169716" cy="5991383"/>
            <a:chOff x="0" y="0"/>
            <a:chExt cx="3169715" cy="5991381"/>
          </a:xfrm>
        </p:grpSpPr>
        <p:sp>
          <p:nvSpPr>
            <p:cNvPr id="499" name="Google Shape;307;p39"/>
            <p:cNvSpPr/>
            <p:nvPr/>
          </p:nvSpPr>
          <p:spPr>
            <a:xfrm>
              <a:off x="327079" y="346752"/>
              <a:ext cx="2515560" cy="5321046"/>
            </a:xfrm>
            <a:prstGeom prst="roundRect">
              <a:avLst>
                <a:gd name="adj" fmla="val 9524"/>
              </a:avLst>
            </a:prstGeom>
            <a:solidFill>
              <a:srgbClr val="000000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500" name="Google Shape;308;p39" descr="Google Shape;308;p3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3169716" cy="59913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02" name="Google Shape;309;p39"/>
          <p:cNvSpPr/>
          <p:nvPr>
            <p:ph type="pic" sz="quarter" idx="21"/>
          </p:nvPr>
        </p:nvSpPr>
        <p:spPr>
          <a:xfrm>
            <a:off x="8989031" y="795426"/>
            <a:ext cx="2428738" cy="5295379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grpSp>
        <p:nvGrpSpPr>
          <p:cNvPr id="505" name="Google Shape;310;p39"/>
          <p:cNvGrpSpPr/>
          <p:nvPr/>
        </p:nvGrpSpPr>
        <p:grpSpPr>
          <a:xfrm>
            <a:off x="5750197" y="452281"/>
            <a:ext cx="3169716" cy="5991383"/>
            <a:chOff x="0" y="0"/>
            <a:chExt cx="3169715" cy="5991381"/>
          </a:xfrm>
        </p:grpSpPr>
        <p:sp>
          <p:nvSpPr>
            <p:cNvPr id="503" name="Google Shape;311;p39"/>
            <p:cNvSpPr/>
            <p:nvPr/>
          </p:nvSpPr>
          <p:spPr>
            <a:xfrm>
              <a:off x="327078" y="346752"/>
              <a:ext cx="2515560" cy="5321046"/>
            </a:xfrm>
            <a:prstGeom prst="roundRect">
              <a:avLst>
                <a:gd name="adj" fmla="val 9524"/>
              </a:avLst>
            </a:prstGeom>
            <a:solidFill>
              <a:srgbClr val="000000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504" name="Google Shape;312;p39" descr="Google Shape;312;p3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3169716" cy="59913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06" name="Google Shape;313;p39"/>
          <p:cNvSpPr/>
          <p:nvPr>
            <p:ph type="pic" sz="quarter" idx="22"/>
          </p:nvPr>
        </p:nvSpPr>
        <p:spPr>
          <a:xfrm>
            <a:off x="6122287" y="795426"/>
            <a:ext cx="2428738" cy="5295379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0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Два мокапа телефон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315;p40"/>
          <p:cNvSpPr/>
          <p:nvPr/>
        </p:nvSpPr>
        <p:spPr>
          <a:xfrm>
            <a:off x="3622719" y="799033"/>
            <a:ext cx="2515561" cy="5321046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 w="12700">
            <a:solidFill>
              <a:srgbClr val="FFFFF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15" name="Уровень текста 1…"/>
          <p:cNvSpPr txBox="1"/>
          <p:nvPr>
            <p:ph type="body" sz="half" idx="1"/>
          </p:nvPr>
        </p:nvSpPr>
        <p:spPr>
          <a:xfrm>
            <a:off x="6850064" y="2055970"/>
            <a:ext cx="4663017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16" name="Текст заголовка"/>
          <p:cNvSpPr txBox="1"/>
          <p:nvPr>
            <p:ph type="title"/>
          </p:nvPr>
        </p:nvSpPr>
        <p:spPr>
          <a:xfrm>
            <a:off x="6855884" y="692150"/>
            <a:ext cx="4663017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17" name="Google Shape;319;p40"/>
          <p:cNvSpPr/>
          <p:nvPr>
            <p:ph type="pic" sz="quarter" idx="21"/>
          </p:nvPr>
        </p:nvSpPr>
        <p:spPr>
          <a:xfrm>
            <a:off x="3667731" y="795426"/>
            <a:ext cx="2428738" cy="5295379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18" name="Google Shape;320;p40"/>
          <p:cNvSpPr/>
          <p:nvPr/>
        </p:nvSpPr>
        <p:spPr>
          <a:xfrm>
            <a:off x="755974" y="799033"/>
            <a:ext cx="2515561" cy="5321046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 w="12700">
            <a:solidFill>
              <a:srgbClr val="FFFFF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19" name="Google Shape;321;p40"/>
          <p:cNvSpPr/>
          <p:nvPr>
            <p:ph type="pic" sz="quarter" idx="22"/>
          </p:nvPr>
        </p:nvSpPr>
        <p:spPr>
          <a:xfrm>
            <a:off x="800987" y="795426"/>
            <a:ext cx="2428738" cy="5295379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520" name="Google Shape;322;p40" descr="Google Shape;322;p4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95641" y="452281"/>
            <a:ext cx="3169716" cy="5991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" name="Google Shape;323;p40" descr="Google Shape;323;p4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8896" y="452281"/>
            <a:ext cx="3169717" cy="5991383"/>
          </a:xfrm>
          <a:prstGeom prst="rect">
            <a:avLst/>
          </a:prstGeom>
          <a:ln w="12700">
            <a:miter lim="400000"/>
          </a:ln>
        </p:spPr>
      </p:pic>
      <p:sp>
        <p:nvSpPr>
          <p:cNvPr id="5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Увеличенный мокап телефон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325;p41"/>
          <p:cNvSpPr/>
          <p:nvPr/>
        </p:nvSpPr>
        <p:spPr>
          <a:xfrm>
            <a:off x="7508393" y="991395"/>
            <a:ext cx="3355919" cy="7215894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 w="12700">
            <a:solidFill>
              <a:srgbClr val="FFFFFF"/>
            </a:solidFill>
            <a:miter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30" name="Google Shape;326;p41"/>
          <p:cNvSpPr/>
          <p:nvPr>
            <p:ph type="pic" sz="half" idx="21"/>
          </p:nvPr>
        </p:nvSpPr>
        <p:spPr>
          <a:xfrm>
            <a:off x="7530642" y="991395"/>
            <a:ext cx="3311421" cy="71640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31" name="Уровень текста 1…"/>
          <p:cNvSpPr txBox="1"/>
          <p:nvPr>
            <p:ph type="body" sz="half" idx="1"/>
          </p:nvPr>
        </p:nvSpPr>
        <p:spPr>
          <a:xfrm>
            <a:off x="671514" y="2055970"/>
            <a:ext cx="5424486" cy="4144806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2" name="Текст заголовка"/>
          <p:cNvSpPr txBox="1"/>
          <p:nvPr>
            <p:ph type="title"/>
          </p:nvPr>
        </p:nvSpPr>
        <p:spPr>
          <a:xfrm>
            <a:off x="677333" y="692150"/>
            <a:ext cx="5424487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pic>
        <p:nvPicPr>
          <p:cNvPr id="533" name="Google Shape;330;p41" descr="Google Shape;330;p4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39061" y="498013"/>
            <a:ext cx="4303546" cy="8134544"/>
          </a:xfrm>
          <a:prstGeom prst="rect">
            <a:avLst/>
          </a:prstGeom>
          <a:ln w="12700">
            <a:miter lim="400000"/>
          </a:ln>
        </p:spPr>
      </p:pic>
      <p:sp>
        <p:nvSpPr>
          <p:cNvPr id="53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Скриншот (16: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332;p42"/>
          <p:cNvSpPr/>
          <p:nvPr>
            <p:ph type="pic" sz="half" idx="21"/>
          </p:nvPr>
        </p:nvSpPr>
        <p:spPr>
          <a:xfrm>
            <a:off x="5671079" y="2083205"/>
            <a:ext cx="5866490" cy="359961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542" name="Google Shape;333;p42" descr="Google Shape;333;p4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76900" y="1773238"/>
            <a:ext cx="5868988" cy="309968"/>
          </a:xfrm>
          <a:prstGeom prst="rect">
            <a:avLst/>
          </a:prstGeom>
          <a:ln w="12700">
            <a:miter lim="400000"/>
          </a:ln>
        </p:spPr>
      </p:pic>
      <p:sp>
        <p:nvSpPr>
          <p:cNvPr id="543" name="Уровень текста 1…"/>
          <p:cNvSpPr txBox="1"/>
          <p:nvPr>
            <p:ph type="body" sz="half" idx="1"/>
          </p:nvPr>
        </p:nvSpPr>
        <p:spPr>
          <a:xfrm>
            <a:off x="671514" y="1773239"/>
            <a:ext cx="4649786" cy="4182177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44" name="Текст заголовка"/>
          <p:cNvSpPr txBox="1"/>
          <p:nvPr>
            <p:ph type="title"/>
          </p:nvPr>
        </p:nvSpPr>
        <p:spPr>
          <a:xfrm>
            <a:off x="677333" y="692150"/>
            <a:ext cx="10868555" cy="679450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338;p43"/>
          <p:cNvSpPr/>
          <p:nvPr>
            <p:ph type="pic" idx="2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53" name="Текст заголовка"/>
          <p:cNvSpPr txBox="1"/>
          <p:nvPr>
            <p:ph type="title"/>
          </p:nvPr>
        </p:nvSpPr>
        <p:spPr>
          <a:xfrm>
            <a:off x="677333" y="692150"/>
            <a:ext cx="4663018" cy="1081088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54" name="Уровень текста 1…"/>
          <p:cNvSpPr txBox="1"/>
          <p:nvPr>
            <p:ph type="body" sz="half" idx="1"/>
          </p:nvPr>
        </p:nvSpPr>
        <p:spPr>
          <a:xfrm>
            <a:off x="671514" y="2018599"/>
            <a:ext cx="4649786" cy="4182177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в круж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343;p44"/>
          <p:cNvSpPr/>
          <p:nvPr>
            <p:ph type="pic" sz="quarter" idx="21"/>
          </p:nvPr>
        </p:nvSpPr>
        <p:spPr>
          <a:xfrm>
            <a:off x="1608083" y="1773236"/>
            <a:ext cx="3156226" cy="31562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63" name="Текст заголовка"/>
          <p:cNvSpPr txBox="1"/>
          <p:nvPr>
            <p:ph type="title"/>
          </p:nvPr>
        </p:nvSpPr>
        <p:spPr>
          <a:xfrm>
            <a:off x="5340350" y="2201187"/>
            <a:ext cx="4891857" cy="1063403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64" name="Уровень текста 1…"/>
          <p:cNvSpPr txBox="1"/>
          <p:nvPr>
            <p:ph type="body" sz="quarter" idx="1"/>
          </p:nvPr>
        </p:nvSpPr>
        <p:spPr>
          <a:xfrm>
            <a:off x="5337597" y="3441163"/>
            <a:ext cx="4894516" cy="1172237"/>
          </a:xfrm>
          <a:prstGeom prst="rect">
            <a:avLst/>
          </a:prstGeom>
        </p:spPr>
        <p:txBody>
          <a:bodyPr/>
          <a:lstStyle>
            <a:lvl2pPr marL="959757" indent="-362857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6 сообщест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348;p45"/>
          <p:cNvSpPr/>
          <p:nvPr>
            <p:ph type="pic" sz="quarter" idx="21"/>
          </p:nvPr>
        </p:nvSpPr>
        <p:spPr>
          <a:xfrm>
            <a:off x="5349730" y="800100"/>
            <a:ext cx="1091572" cy="10915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3" name="Google Shape;349;p45"/>
          <p:cNvSpPr/>
          <p:nvPr>
            <p:ph type="pic" sz="quarter" idx="22"/>
          </p:nvPr>
        </p:nvSpPr>
        <p:spPr>
          <a:xfrm>
            <a:off x="6950626" y="800100"/>
            <a:ext cx="1091572" cy="10915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4" name="Google Shape;350;p45"/>
          <p:cNvSpPr/>
          <p:nvPr>
            <p:ph type="pic" sz="quarter" idx="23"/>
          </p:nvPr>
        </p:nvSpPr>
        <p:spPr>
          <a:xfrm>
            <a:off x="8511196" y="800100"/>
            <a:ext cx="1091572" cy="10915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5" name="Google Shape;351;p45"/>
          <p:cNvSpPr/>
          <p:nvPr>
            <p:ph type="pic" sz="quarter" idx="24"/>
          </p:nvPr>
        </p:nvSpPr>
        <p:spPr>
          <a:xfrm>
            <a:off x="10112093" y="800100"/>
            <a:ext cx="1091572" cy="10915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6" name="Google Shape;352;p45"/>
          <p:cNvSpPr/>
          <p:nvPr>
            <p:ph type="pic" sz="quarter" idx="25"/>
          </p:nvPr>
        </p:nvSpPr>
        <p:spPr>
          <a:xfrm>
            <a:off x="5349730" y="2248638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7" name="Google Shape;353;p45"/>
          <p:cNvSpPr/>
          <p:nvPr>
            <p:ph type="pic" sz="quarter" idx="26"/>
          </p:nvPr>
        </p:nvSpPr>
        <p:spPr>
          <a:xfrm>
            <a:off x="6950626" y="2248638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8" name="Google Shape;354;p45"/>
          <p:cNvSpPr/>
          <p:nvPr>
            <p:ph type="pic" sz="quarter" idx="27"/>
          </p:nvPr>
        </p:nvSpPr>
        <p:spPr>
          <a:xfrm>
            <a:off x="8511196" y="2248638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9" name="Google Shape;355;p45"/>
          <p:cNvSpPr/>
          <p:nvPr>
            <p:ph type="pic" sz="quarter" idx="28"/>
          </p:nvPr>
        </p:nvSpPr>
        <p:spPr>
          <a:xfrm>
            <a:off x="10112093" y="2248638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0" name="Google Shape;356;p45"/>
          <p:cNvSpPr/>
          <p:nvPr>
            <p:ph type="pic" sz="quarter" idx="29"/>
          </p:nvPr>
        </p:nvSpPr>
        <p:spPr>
          <a:xfrm>
            <a:off x="5349730" y="3697177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1" name="Google Shape;357;p45"/>
          <p:cNvSpPr/>
          <p:nvPr>
            <p:ph type="pic" sz="quarter" idx="30"/>
          </p:nvPr>
        </p:nvSpPr>
        <p:spPr>
          <a:xfrm>
            <a:off x="6950626" y="3697177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2" name="Google Shape;358;p45"/>
          <p:cNvSpPr/>
          <p:nvPr>
            <p:ph type="pic" sz="quarter" idx="31"/>
          </p:nvPr>
        </p:nvSpPr>
        <p:spPr>
          <a:xfrm>
            <a:off x="8511196" y="3697177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3" name="Google Shape;359;p45"/>
          <p:cNvSpPr/>
          <p:nvPr>
            <p:ph type="pic" sz="quarter" idx="32"/>
          </p:nvPr>
        </p:nvSpPr>
        <p:spPr>
          <a:xfrm>
            <a:off x="10112093" y="3697177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4" name="Google Shape;360;p45"/>
          <p:cNvSpPr/>
          <p:nvPr>
            <p:ph type="pic" sz="quarter" idx="33"/>
          </p:nvPr>
        </p:nvSpPr>
        <p:spPr>
          <a:xfrm>
            <a:off x="5349730" y="5145716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5" name="Google Shape;361;p45"/>
          <p:cNvSpPr/>
          <p:nvPr>
            <p:ph type="pic" sz="quarter" idx="34"/>
          </p:nvPr>
        </p:nvSpPr>
        <p:spPr>
          <a:xfrm>
            <a:off x="6950626" y="5145716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6" name="Google Shape;362;p45"/>
          <p:cNvSpPr/>
          <p:nvPr>
            <p:ph type="pic" sz="quarter" idx="35"/>
          </p:nvPr>
        </p:nvSpPr>
        <p:spPr>
          <a:xfrm>
            <a:off x="8511196" y="5145716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7" name="Google Shape;363;p45"/>
          <p:cNvSpPr/>
          <p:nvPr>
            <p:ph type="pic" sz="quarter" idx="36"/>
          </p:nvPr>
        </p:nvSpPr>
        <p:spPr>
          <a:xfrm>
            <a:off x="10112093" y="5145716"/>
            <a:ext cx="1091572" cy="109157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88" name="Уровень текста 1…"/>
          <p:cNvSpPr txBox="1"/>
          <p:nvPr>
            <p:ph type="body" sz="quarter" idx="1"/>
          </p:nvPr>
        </p:nvSpPr>
        <p:spPr>
          <a:xfrm>
            <a:off x="671512" y="2550946"/>
            <a:ext cx="3371851" cy="3686341"/>
          </a:xfrm>
          <a:prstGeom prst="rect">
            <a:avLst/>
          </a:prstGeom>
        </p:spPr>
        <p:txBody>
          <a:bodyPr/>
          <a:lstStyle>
            <a:lvl2pPr marL="959757" indent="-362857"/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89" name="Текст заголовка"/>
          <p:cNvSpPr txBox="1"/>
          <p:nvPr>
            <p:ph type="title"/>
          </p:nvPr>
        </p:nvSpPr>
        <p:spPr>
          <a:xfrm>
            <a:off x="677333" y="692148"/>
            <a:ext cx="3366031" cy="1708152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9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13;p1"/>
          <p:cNvGrpSpPr/>
          <p:nvPr/>
        </p:nvGrpSpPr>
        <p:grpSpPr>
          <a:xfrm>
            <a:off x="-1" y="-114752"/>
            <a:ext cx="12188150" cy="64310"/>
            <a:chOff x="0" y="0"/>
            <a:chExt cx="12188148" cy="64308"/>
          </a:xfrm>
        </p:grpSpPr>
        <p:sp>
          <p:nvSpPr>
            <p:cNvPr id="2" name="Google Shape;14;p1"/>
            <p:cNvSpPr/>
            <p:nvPr/>
          </p:nvSpPr>
          <p:spPr>
            <a:xfrm flipH="1">
              <a:off x="0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" name="Google Shape;15;p1"/>
            <p:cNvSpPr/>
            <p:nvPr/>
          </p:nvSpPr>
          <p:spPr>
            <a:xfrm>
              <a:off x="677119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" name="Google Shape;16;p1"/>
            <p:cNvSpPr/>
            <p:nvPr/>
          </p:nvSpPr>
          <p:spPr>
            <a:xfrm>
              <a:off x="1354238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" name="Google Shape;17;p1"/>
            <p:cNvSpPr/>
            <p:nvPr/>
          </p:nvSpPr>
          <p:spPr>
            <a:xfrm>
              <a:off x="2031357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" name="Google Shape;18;p1"/>
            <p:cNvSpPr/>
            <p:nvPr/>
          </p:nvSpPr>
          <p:spPr>
            <a:xfrm>
              <a:off x="2708476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" name="Google Shape;19;p1"/>
            <p:cNvSpPr/>
            <p:nvPr/>
          </p:nvSpPr>
          <p:spPr>
            <a:xfrm>
              <a:off x="3385595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" name="Google Shape;20;p1"/>
            <p:cNvSpPr/>
            <p:nvPr/>
          </p:nvSpPr>
          <p:spPr>
            <a:xfrm>
              <a:off x="4062714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" name="Google Shape;21;p1"/>
            <p:cNvSpPr/>
            <p:nvPr/>
          </p:nvSpPr>
          <p:spPr>
            <a:xfrm>
              <a:off x="4739833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" name="Google Shape;22;p1"/>
            <p:cNvSpPr/>
            <p:nvPr/>
          </p:nvSpPr>
          <p:spPr>
            <a:xfrm>
              <a:off x="5416952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" name="Google Shape;23;p1"/>
            <p:cNvSpPr/>
            <p:nvPr/>
          </p:nvSpPr>
          <p:spPr>
            <a:xfrm>
              <a:off x="6094071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" name="Google Shape;24;p1"/>
            <p:cNvSpPr/>
            <p:nvPr/>
          </p:nvSpPr>
          <p:spPr>
            <a:xfrm>
              <a:off x="6771190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" name="Google Shape;25;p1"/>
            <p:cNvSpPr/>
            <p:nvPr/>
          </p:nvSpPr>
          <p:spPr>
            <a:xfrm>
              <a:off x="7448308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" name="Google Shape;26;p1"/>
            <p:cNvSpPr/>
            <p:nvPr/>
          </p:nvSpPr>
          <p:spPr>
            <a:xfrm>
              <a:off x="8125427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" name="Google Shape;27;p1"/>
            <p:cNvSpPr/>
            <p:nvPr/>
          </p:nvSpPr>
          <p:spPr>
            <a:xfrm>
              <a:off x="8802547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" name="Google Shape;28;p1"/>
            <p:cNvSpPr/>
            <p:nvPr/>
          </p:nvSpPr>
          <p:spPr>
            <a:xfrm>
              <a:off x="9479666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" name="Google Shape;29;p1"/>
            <p:cNvSpPr/>
            <p:nvPr/>
          </p:nvSpPr>
          <p:spPr>
            <a:xfrm>
              <a:off x="10156785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" name="Google Shape;30;p1"/>
            <p:cNvSpPr/>
            <p:nvPr/>
          </p:nvSpPr>
          <p:spPr>
            <a:xfrm>
              <a:off x="10833904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" name="Google Shape;31;p1"/>
            <p:cNvSpPr/>
            <p:nvPr/>
          </p:nvSpPr>
          <p:spPr>
            <a:xfrm>
              <a:off x="11511023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" name="Google Shape;32;p1"/>
            <p:cNvSpPr/>
            <p:nvPr/>
          </p:nvSpPr>
          <p:spPr>
            <a:xfrm>
              <a:off x="12188148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1" name="Google Shape;33;p1"/>
          <p:cNvGrpSpPr/>
          <p:nvPr/>
        </p:nvGrpSpPr>
        <p:grpSpPr>
          <a:xfrm>
            <a:off x="-4" y="6987088"/>
            <a:ext cx="12188150" cy="64310"/>
            <a:chOff x="0" y="0"/>
            <a:chExt cx="12188148" cy="64308"/>
          </a:xfrm>
        </p:grpSpPr>
        <p:sp>
          <p:nvSpPr>
            <p:cNvPr id="22" name="Google Shape;34;p1"/>
            <p:cNvSpPr/>
            <p:nvPr/>
          </p:nvSpPr>
          <p:spPr>
            <a:xfrm flipH="1">
              <a:off x="0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" name="Google Shape;35;p1"/>
            <p:cNvSpPr/>
            <p:nvPr/>
          </p:nvSpPr>
          <p:spPr>
            <a:xfrm>
              <a:off x="677119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" name="Google Shape;36;p1"/>
            <p:cNvSpPr/>
            <p:nvPr/>
          </p:nvSpPr>
          <p:spPr>
            <a:xfrm>
              <a:off x="1354238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" name="Google Shape;37;p1"/>
            <p:cNvSpPr/>
            <p:nvPr/>
          </p:nvSpPr>
          <p:spPr>
            <a:xfrm>
              <a:off x="2031357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6" name="Google Shape;38;p1"/>
            <p:cNvSpPr/>
            <p:nvPr/>
          </p:nvSpPr>
          <p:spPr>
            <a:xfrm>
              <a:off x="2708476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7" name="Google Shape;39;p1"/>
            <p:cNvSpPr/>
            <p:nvPr/>
          </p:nvSpPr>
          <p:spPr>
            <a:xfrm>
              <a:off x="3385595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8" name="Google Shape;40;p1"/>
            <p:cNvSpPr/>
            <p:nvPr/>
          </p:nvSpPr>
          <p:spPr>
            <a:xfrm>
              <a:off x="4062714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9" name="Google Shape;41;p1"/>
            <p:cNvSpPr/>
            <p:nvPr/>
          </p:nvSpPr>
          <p:spPr>
            <a:xfrm>
              <a:off x="4739833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0" name="Google Shape;42;p1"/>
            <p:cNvSpPr/>
            <p:nvPr/>
          </p:nvSpPr>
          <p:spPr>
            <a:xfrm>
              <a:off x="5416952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1" name="Google Shape;43;p1"/>
            <p:cNvSpPr/>
            <p:nvPr/>
          </p:nvSpPr>
          <p:spPr>
            <a:xfrm>
              <a:off x="6094071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2" name="Google Shape;44;p1"/>
            <p:cNvSpPr/>
            <p:nvPr/>
          </p:nvSpPr>
          <p:spPr>
            <a:xfrm>
              <a:off x="6771190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3" name="Google Shape;45;p1"/>
            <p:cNvSpPr/>
            <p:nvPr/>
          </p:nvSpPr>
          <p:spPr>
            <a:xfrm>
              <a:off x="7448308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4" name="Google Shape;46;p1"/>
            <p:cNvSpPr/>
            <p:nvPr/>
          </p:nvSpPr>
          <p:spPr>
            <a:xfrm>
              <a:off x="8125427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5" name="Google Shape;47;p1"/>
            <p:cNvSpPr/>
            <p:nvPr/>
          </p:nvSpPr>
          <p:spPr>
            <a:xfrm>
              <a:off x="8802547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6" name="Google Shape;48;p1"/>
            <p:cNvSpPr/>
            <p:nvPr/>
          </p:nvSpPr>
          <p:spPr>
            <a:xfrm>
              <a:off x="9479666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7" name="Google Shape;49;p1"/>
            <p:cNvSpPr/>
            <p:nvPr/>
          </p:nvSpPr>
          <p:spPr>
            <a:xfrm>
              <a:off x="10156785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8" name="Google Shape;50;p1"/>
            <p:cNvSpPr/>
            <p:nvPr/>
          </p:nvSpPr>
          <p:spPr>
            <a:xfrm>
              <a:off x="10833904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" name="Google Shape;51;p1"/>
            <p:cNvSpPr/>
            <p:nvPr/>
          </p:nvSpPr>
          <p:spPr>
            <a:xfrm>
              <a:off x="11511023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" name="Google Shape;52;p1"/>
            <p:cNvSpPr/>
            <p:nvPr/>
          </p:nvSpPr>
          <p:spPr>
            <a:xfrm>
              <a:off x="12188148" y="0"/>
              <a:ext cx="1" cy="64310"/>
            </a:xfrm>
            <a:prstGeom prst="line">
              <a:avLst/>
            </a:prstGeom>
            <a:noFill/>
            <a:ln w="9525" cap="flat">
              <a:solidFill>
                <a:srgbClr val="7F7F7F"/>
              </a:solidFill>
              <a:prstDash val="solid"/>
              <a:miter lim="8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  <p:sp>
        <p:nvSpPr>
          <p:cNvPr id="42" name="Уровень текста 1…"/>
          <p:cNvSpPr txBox="1"/>
          <p:nvPr>
            <p:ph type="body" idx="1"/>
          </p:nvPr>
        </p:nvSpPr>
        <p:spPr>
          <a:xfrm>
            <a:off x="658812" y="1773238"/>
            <a:ext cx="10874376" cy="4447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3" name="Текст заголовка"/>
          <p:cNvSpPr txBox="1"/>
          <p:nvPr>
            <p:ph type="title"/>
          </p:nvPr>
        </p:nvSpPr>
        <p:spPr>
          <a:xfrm>
            <a:off x="677333" y="692150"/>
            <a:ext cx="10855855" cy="644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44" name="Номер слайда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Play"/>
          <a:ea typeface="Play"/>
          <a:cs typeface="Play"/>
          <a:sym typeface="Play"/>
        </a:defRPr>
      </a:lvl9pPr>
    </p:titleStyle>
    <p:bodyStyle>
      <a:lvl1pPr marL="228600" marR="0" indent="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963385" marR="0" indent="-391885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ts val="16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485900" marR="0" indent="-4572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ts val="1600"/>
        <a:buFontTx/>
        <a:buChar char="−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7907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ts val="16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2479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ts val="16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7051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ts val="16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1623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ts val="16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6195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ts val="16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076700" marR="0" indent="-304800" algn="l" defTabSz="914400" rtl="0" latinLnBrk="0">
        <a:lnSpc>
          <a:spcPct val="110000"/>
        </a:lnSpc>
        <a:spcBef>
          <a:spcPts val="1000"/>
        </a:spcBef>
        <a:spcAft>
          <a:spcPts val="0"/>
        </a:spcAft>
        <a:buClrTx/>
        <a:buSzPts val="1600"/>
        <a:buFontTx/>
        <a:buChar char="•"/>
        <a:tabLst/>
        <a:defRPr b="0" baseline="0" cap="none" i="0" spc="0" strike="noStrike" sz="16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dev.vk.com/ru" TargetMode="External"/><Relationship Id="rId4" Type="http://schemas.openxmlformats.org/officeDocument/2006/relationships/hyperlink" Target="https://id.vk.com/about" TargetMode="External"/><Relationship Id="rId5" Type="http://schemas.openxmlformats.org/officeDocument/2006/relationships/hyperlink" Target="https://github.com/VKCOM/vkid-android-sdk/" TargetMode="Externa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hyperlink" Target="https://docs.google.com/document/d/1RZXWhlh5KZZ2RPpY-hyFVFCx5Fn8EmxN0GaLoCPG9CU" TargetMode="Externa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jpe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jpeg"/><Relationship Id="rId3" Type="http://schemas.openxmlformats.org/officeDocument/2006/relationships/image" Target="../media/image20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github.com/public-apis/public-apis" TargetMode="External"/><Relationship Id="rId3" Type="http://schemas.openxmlformats.org/officeDocument/2006/relationships/hyperlink" Target="https://rapidapi.com/collection/list-of-free-apis" TargetMode="Externa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hyperlink" Target="https://4brain.ru/tvorcheskoe-myshlenie/teorii-kreativnosti.php" TargetMode="Externa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it.do/fJTRy" TargetMode="External"/><Relationship Id="rId3" Type="http://schemas.openxmlformats.org/officeDocument/2006/relationships/image" Target="../media/image6.jpe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3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5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7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8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371;p46"/>
          <p:cNvSpPr txBox="1"/>
          <p:nvPr>
            <p:ph type="body" sz="quarter" idx="1"/>
          </p:nvPr>
        </p:nvSpPr>
        <p:spPr>
          <a:xfrm>
            <a:off x="658817" y="3639099"/>
            <a:ext cx="3856801" cy="277201"/>
          </a:xfrm>
          <a:prstGeom prst="rect">
            <a:avLst/>
          </a:prstGeom>
        </p:spPr>
        <p:txBody>
          <a:bodyPr/>
          <a:lstStyle>
            <a:lvl1pPr marL="0" defTabSz="877823">
              <a:defRPr sz="1919"/>
            </a:lvl1pPr>
          </a:lstStyle>
          <a:p>
            <a:pPr/>
            <a:r>
              <a:t>Как обычно - правила и советы</a:t>
            </a:r>
          </a:p>
        </p:txBody>
      </p:sp>
      <p:sp>
        <p:nvSpPr>
          <p:cNvPr id="600" name="Google Shape;372;p46"/>
          <p:cNvSpPr txBox="1"/>
          <p:nvPr>
            <p:ph type="title"/>
          </p:nvPr>
        </p:nvSpPr>
        <p:spPr>
          <a:xfrm>
            <a:off x="622299" y="699320"/>
            <a:ext cx="10220402" cy="1828501"/>
          </a:xfrm>
          <a:prstGeom prst="rect">
            <a:avLst/>
          </a:prstGeom>
        </p:spPr>
        <p:txBody>
          <a:bodyPr/>
          <a:lstStyle>
            <a:lvl1pPr defTabSz="868680">
              <a:defRPr sz="6270"/>
            </a:lvl1pPr>
          </a:lstStyle>
          <a:p>
            <a:pPr/>
            <a:r>
              <a:t>Введение и командный проект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377;p47" descr="Google Shape;377;p47"/>
          <p:cNvPicPr>
            <a:picLocks noChangeAspect="1"/>
          </p:cNvPicPr>
          <p:nvPr/>
        </p:nvPicPr>
        <p:blipFill>
          <a:blip r:embed="rId2">
            <a:extLst/>
          </a:blip>
          <a:srcRect l="72252" t="30439" r="94" b="31203"/>
          <a:stretch>
            <a:fillRect/>
          </a:stretch>
        </p:blipFill>
        <p:spPr>
          <a:xfrm>
            <a:off x="0" y="692151"/>
            <a:ext cx="5243289" cy="6165850"/>
          </a:xfrm>
          <a:prstGeom prst="rect">
            <a:avLst/>
          </a:prstGeom>
          <a:ln w="12700">
            <a:miter lim="400000"/>
          </a:ln>
        </p:spPr>
      </p:pic>
      <p:sp>
        <p:nvSpPr>
          <p:cNvPr id="603" name="Google Shape;378;p47"/>
          <p:cNvSpPr txBox="1"/>
          <p:nvPr>
            <p:ph type="body" sz="half" idx="1"/>
          </p:nvPr>
        </p:nvSpPr>
        <p:spPr>
          <a:xfrm>
            <a:off x="6458199" y="692151"/>
            <a:ext cx="5075101" cy="5508600"/>
          </a:xfrm>
          <a:prstGeom prst="rect">
            <a:avLst/>
          </a:prstGeom>
        </p:spPr>
        <p:txBody>
          <a:bodyPr anchor="ctr"/>
          <a:lstStyle/>
          <a:p>
            <a:pPr marL="457200" indent="-355600">
              <a:buClr>
                <a:srgbClr val="000000"/>
              </a:buClr>
              <a:buSzPts val="1800"/>
              <a:buAutoNum type="arabicPeriod" startAt="1"/>
              <a:defRPr sz="1800"/>
            </a:pPr>
            <a:r>
              <a:t>Что было?</a:t>
            </a:r>
          </a:p>
          <a:p>
            <a:pPr marL="457200" indent="-355600">
              <a:spcBef>
                <a:spcPts val="0"/>
              </a:spcBef>
              <a:buClr>
                <a:srgbClr val="000000"/>
              </a:buClr>
              <a:buSzPts val="1800"/>
              <a:buAutoNum type="arabicPeriod" startAt="1"/>
              <a:defRPr sz="1800"/>
            </a:pPr>
            <a:r>
              <a:t>Что предстоит</a:t>
            </a:r>
          </a:p>
          <a:p>
            <a:pPr marL="457200" indent="-355600">
              <a:spcBef>
                <a:spcPts val="0"/>
              </a:spcBef>
              <a:buClr>
                <a:srgbClr val="000000"/>
              </a:buClr>
              <a:buSzPts val="1800"/>
              <a:buAutoNum type="arabicPeriod" startAt="1"/>
              <a:defRPr sz="1800"/>
            </a:pPr>
            <a:r>
              <a:t>Команда</a:t>
            </a:r>
          </a:p>
          <a:p>
            <a:pPr marL="457200" indent="-355600">
              <a:spcBef>
                <a:spcPts val="0"/>
              </a:spcBef>
              <a:buClr>
                <a:srgbClr val="000000"/>
              </a:buClr>
              <a:buSzPts val="1800"/>
              <a:buAutoNum type="arabicPeriod" startAt="1"/>
              <a:defRPr sz="1800"/>
            </a:pPr>
            <a:r>
              <a:t>Проект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800"/>
              <a:buAutoNum type="arabicPeriod" startAt="1"/>
              <a:defRPr sz="1800"/>
            </a:pPr>
            <a:r>
              <a:t>Немного практики</a:t>
            </a:r>
          </a:p>
        </p:txBody>
      </p:sp>
      <p:sp>
        <p:nvSpPr>
          <p:cNvPr id="604" name="Google Shape;379;p47"/>
          <p:cNvSpPr txBox="1"/>
          <p:nvPr>
            <p:ph type="title"/>
          </p:nvPr>
        </p:nvSpPr>
        <p:spPr>
          <a:xfrm>
            <a:off x="677333" y="2622899"/>
            <a:ext cx="5103602" cy="1586101"/>
          </a:xfrm>
          <a:prstGeom prst="rect">
            <a:avLst/>
          </a:prstGeom>
        </p:spPr>
        <p:txBody>
          <a:bodyPr anchor="ctr"/>
          <a:lstStyle/>
          <a:p>
            <a:pPr>
              <a:defRPr>
                <a:solidFill>
                  <a:srgbClr val="000000"/>
                </a:solidFill>
              </a:defRPr>
            </a:pPr>
            <a:r>
              <a:t>Содержание занятия</a:t>
            </a:r>
          </a:p>
          <a:p>
            <a:pPr/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385;p48"/>
          <p:cNvSpPr txBox="1"/>
          <p:nvPr>
            <p:ph type="title"/>
          </p:nvPr>
        </p:nvSpPr>
        <p:spPr>
          <a:xfrm>
            <a:off x="7219199" y="692150"/>
            <a:ext cx="4662901" cy="1081200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Не забудьте отметиться!</a:t>
            </a:r>
          </a:p>
        </p:txBody>
      </p:sp>
      <p:sp>
        <p:nvSpPr>
          <p:cNvPr id="607" name="Google Shape;386;p48"/>
          <p:cNvSpPr txBox="1"/>
          <p:nvPr>
            <p:ph type="body" sz="half" idx="1"/>
          </p:nvPr>
        </p:nvSpPr>
        <p:spPr>
          <a:xfrm>
            <a:off x="7225800" y="1905524"/>
            <a:ext cx="4649700" cy="42483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391;p49" descr="Google Shape;391;p49"/>
          <p:cNvPicPr>
            <a:picLocks noChangeAspect="1"/>
          </p:cNvPicPr>
          <p:nvPr/>
        </p:nvPicPr>
        <p:blipFill>
          <a:blip r:embed="rId2">
            <a:extLst/>
          </a:blip>
          <a:srcRect l="20473" t="26084" r="9288" b="260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610" name="Google Shape;392;p49"/>
          <p:cNvSpPr txBox="1"/>
          <p:nvPr>
            <p:ph type="title"/>
          </p:nvPr>
        </p:nvSpPr>
        <p:spPr>
          <a:xfrm>
            <a:off x="603171" y="1119966"/>
            <a:ext cx="5983502" cy="914401"/>
          </a:xfrm>
          <a:prstGeom prst="rect">
            <a:avLst/>
          </a:prstGeom>
        </p:spPr>
        <p:txBody>
          <a:bodyPr/>
          <a:lstStyle>
            <a:lvl1pPr defTabSz="832104">
              <a:defRPr sz="6006">
                <a:solidFill>
                  <a:srgbClr val="FFFFFF"/>
                </a:solidFill>
              </a:defRPr>
            </a:lvl1pPr>
          </a:lstStyle>
          <a:p>
            <a:pPr/>
            <a:r>
              <a:t>Что было?</a:t>
            </a:r>
          </a:p>
        </p:txBody>
      </p:sp>
      <p:sp>
        <p:nvSpPr>
          <p:cNvPr id="611" name="Google Shape;393;p49"/>
          <p:cNvSpPr/>
          <p:nvPr/>
        </p:nvSpPr>
        <p:spPr>
          <a:xfrm>
            <a:off x="658812" y="5548707"/>
            <a:ext cx="189327" cy="189327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12" name="Google Shape;394;p49"/>
          <p:cNvSpPr/>
          <p:nvPr/>
        </p:nvSpPr>
        <p:spPr>
          <a:xfrm>
            <a:off x="1182273" y="5548707"/>
            <a:ext cx="189327" cy="18932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13" name="Google Shape;395;p49"/>
          <p:cNvSpPr/>
          <p:nvPr/>
        </p:nvSpPr>
        <p:spPr>
          <a:xfrm>
            <a:off x="1705735" y="5548707"/>
            <a:ext cx="189327" cy="18932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14" name="Google Shape;396;p49"/>
          <p:cNvSpPr/>
          <p:nvPr/>
        </p:nvSpPr>
        <p:spPr>
          <a:xfrm>
            <a:off x="2229195" y="5548707"/>
            <a:ext cx="189327" cy="18932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15" name="Google Shape;397;p49"/>
          <p:cNvSpPr/>
          <p:nvPr/>
        </p:nvSpPr>
        <p:spPr>
          <a:xfrm>
            <a:off x="2752656" y="5548707"/>
            <a:ext cx="189327" cy="18932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402;p50"/>
          <p:cNvSpPr/>
          <p:nvPr/>
        </p:nvSpPr>
        <p:spPr>
          <a:xfrm>
            <a:off x="1115884" y="-247678"/>
            <a:ext cx="9964105" cy="7351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449" y="11943"/>
                </a:moveTo>
                <a:cubicBezTo>
                  <a:pt x="16303" y="11189"/>
                  <a:pt x="18308" y="8035"/>
                  <a:pt x="19332" y="5336"/>
                </a:cubicBezTo>
                <a:cubicBezTo>
                  <a:pt x="20091" y="3329"/>
                  <a:pt x="20423" y="1306"/>
                  <a:pt x="20566" y="3"/>
                </a:cubicBezTo>
                <a:lnTo>
                  <a:pt x="20316" y="3"/>
                </a:lnTo>
                <a:cubicBezTo>
                  <a:pt x="20173" y="1281"/>
                  <a:pt x="19847" y="3245"/>
                  <a:pt x="19107" y="5193"/>
                </a:cubicBezTo>
                <a:cubicBezTo>
                  <a:pt x="17468" y="9513"/>
                  <a:pt x="14669" y="11725"/>
                  <a:pt x="10794" y="11775"/>
                </a:cubicBezTo>
                <a:lnTo>
                  <a:pt x="10794" y="0"/>
                </a:lnTo>
                <a:lnTo>
                  <a:pt x="10546" y="0"/>
                </a:lnTo>
                <a:lnTo>
                  <a:pt x="10546" y="21159"/>
                </a:lnTo>
                <a:cubicBezTo>
                  <a:pt x="3998" y="21011"/>
                  <a:pt x="431" y="9048"/>
                  <a:pt x="248" y="0"/>
                </a:cubicBezTo>
                <a:lnTo>
                  <a:pt x="0" y="0"/>
                </a:lnTo>
                <a:cubicBezTo>
                  <a:pt x="186" y="9246"/>
                  <a:pt x="3882" y="21498"/>
                  <a:pt x="10670" y="21498"/>
                </a:cubicBezTo>
                <a:lnTo>
                  <a:pt x="10796" y="21498"/>
                </a:lnTo>
                <a:lnTo>
                  <a:pt x="10796" y="12114"/>
                </a:lnTo>
                <a:cubicBezTo>
                  <a:pt x="15382" y="12176"/>
                  <a:pt x="18203" y="15433"/>
                  <a:pt x="19766" y="18174"/>
                </a:cubicBezTo>
                <a:cubicBezTo>
                  <a:pt x="20371" y="19241"/>
                  <a:pt x="20893" y="20389"/>
                  <a:pt x="21325" y="21600"/>
                </a:cubicBezTo>
                <a:lnTo>
                  <a:pt x="21600" y="21600"/>
                </a:lnTo>
                <a:cubicBezTo>
                  <a:pt x="21152" y="20318"/>
                  <a:pt x="20604" y="19104"/>
                  <a:pt x="19967" y="17978"/>
                </a:cubicBezTo>
                <a:cubicBezTo>
                  <a:pt x="18568" y="15521"/>
                  <a:pt x="16179" y="12655"/>
                  <a:pt x="12450" y="11943"/>
                </a:cubicBez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/>
            </a:pPr>
          </a:p>
        </p:txBody>
      </p:sp>
      <p:sp>
        <p:nvSpPr>
          <p:cNvPr id="618" name="Google Shape;403;p50"/>
          <p:cNvSpPr txBox="1"/>
          <p:nvPr>
            <p:ph type="title"/>
          </p:nvPr>
        </p:nvSpPr>
        <p:spPr>
          <a:xfrm>
            <a:off x="1557272" y="1682649"/>
            <a:ext cx="9077402" cy="1828501"/>
          </a:xfrm>
          <a:prstGeom prst="rect">
            <a:avLst/>
          </a:prstGeom>
        </p:spPr>
        <p:txBody>
          <a:bodyPr/>
          <a:lstStyle>
            <a:lvl1pPr defTabSz="868680">
              <a:defRPr sz="6270">
                <a:solidFill>
                  <a:srgbClr val="FFFFFF"/>
                </a:solidFill>
              </a:defRPr>
            </a:lvl1pPr>
          </a:lstStyle>
          <a:p>
            <a:pPr/>
            <a:r>
              <a:t>Что делали в прошлом семестре? </a:t>
            </a:r>
          </a:p>
        </p:txBody>
      </p:sp>
      <p:sp>
        <p:nvSpPr>
          <p:cNvPr id="619" name="Google Shape;404;p50"/>
          <p:cNvSpPr txBox="1"/>
          <p:nvPr/>
        </p:nvSpPr>
        <p:spPr>
          <a:xfrm>
            <a:off x="3670381" y="4647710"/>
            <a:ext cx="4851301" cy="35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000" tIns="36000" rIns="36000" bIns="36000">
            <a:spAutoFit/>
          </a:bodyPr>
          <a:lstStyle>
            <a:lvl1pPr algn="ctr">
              <a:lnSpc>
                <a:spcPct val="11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Что запомнили?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409;p51"/>
          <p:cNvSpPr txBox="1"/>
          <p:nvPr>
            <p:ph type="title"/>
          </p:nvPr>
        </p:nvSpPr>
        <p:spPr>
          <a:xfrm>
            <a:off x="603171" y="1119966"/>
            <a:ext cx="7509000" cy="914401"/>
          </a:xfrm>
          <a:prstGeom prst="rect">
            <a:avLst/>
          </a:prstGeom>
        </p:spPr>
        <p:txBody>
          <a:bodyPr/>
          <a:lstStyle>
            <a:lvl1pPr defTabSz="832104">
              <a:defRPr sz="6006"/>
            </a:lvl1pPr>
          </a:lstStyle>
          <a:p>
            <a:pPr/>
            <a:r>
              <a:t>Что предстоит</a:t>
            </a:r>
          </a:p>
        </p:txBody>
      </p:sp>
      <p:sp>
        <p:nvSpPr>
          <p:cNvPr id="622" name="Google Shape;410;p51"/>
          <p:cNvSpPr/>
          <p:nvPr/>
        </p:nvSpPr>
        <p:spPr>
          <a:xfrm>
            <a:off x="658812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23" name="Google Shape;411;p51"/>
          <p:cNvSpPr/>
          <p:nvPr/>
        </p:nvSpPr>
        <p:spPr>
          <a:xfrm>
            <a:off x="1182273" y="5548707"/>
            <a:ext cx="189301" cy="18930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24" name="Google Shape;412;p51"/>
          <p:cNvSpPr/>
          <p:nvPr/>
        </p:nvSpPr>
        <p:spPr>
          <a:xfrm>
            <a:off x="1705735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25" name="Google Shape;413;p51"/>
          <p:cNvSpPr/>
          <p:nvPr/>
        </p:nvSpPr>
        <p:spPr>
          <a:xfrm>
            <a:off x="2229195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626" name="Google Shape;414;p51"/>
          <p:cNvSpPr/>
          <p:nvPr/>
        </p:nvSpPr>
        <p:spPr>
          <a:xfrm>
            <a:off x="2752656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419;p52" descr="Google Shape;419;p52"/>
          <p:cNvPicPr>
            <a:picLocks noChangeAspect="1"/>
          </p:cNvPicPr>
          <p:nvPr/>
        </p:nvPicPr>
        <p:blipFill>
          <a:blip r:embed="rId2">
            <a:extLst/>
          </a:blip>
          <a:srcRect l="72252" t="30439" r="94" b="31203"/>
          <a:stretch>
            <a:fillRect/>
          </a:stretch>
        </p:blipFill>
        <p:spPr>
          <a:xfrm>
            <a:off x="0" y="692151"/>
            <a:ext cx="5243289" cy="6165850"/>
          </a:xfrm>
          <a:prstGeom prst="rect">
            <a:avLst/>
          </a:prstGeom>
          <a:ln w="12700">
            <a:miter lim="400000"/>
          </a:ln>
        </p:spPr>
      </p:pic>
      <p:sp>
        <p:nvSpPr>
          <p:cNvPr id="629" name="Google Shape;420;p52"/>
          <p:cNvSpPr txBox="1"/>
          <p:nvPr>
            <p:ph type="title"/>
          </p:nvPr>
        </p:nvSpPr>
        <p:spPr>
          <a:xfrm>
            <a:off x="677333" y="2622899"/>
            <a:ext cx="5103602" cy="1586101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1000"/>
              </a:spcBef>
              <a:defRPr b="1" sz="3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Оценка за курс строится из</a:t>
            </a:r>
          </a:p>
        </p:txBody>
      </p:sp>
      <p:sp>
        <p:nvSpPr>
          <p:cNvPr id="630" name="Google Shape;421;p52"/>
          <p:cNvSpPr txBox="1"/>
          <p:nvPr/>
        </p:nvSpPr>
        <p:spPr>
          <a:xfrm>
            <a:off x="6095998" y="1811729"/>
            <a:ext cx="2414176" cy="1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0000"/>
              </a:lnSpc>
              <a:defRPr sz="1800"/>
            </a:lvl1pPr>
          </a:lstStyle>
          <a:p>
            <a:pPr/>
            <a:r>
              <a:t>Написать MVP проекта</a:t>
            </a:r>
          </a:p>
        </p:txBody>
      </p:sp>
      <p:sp>
        <p:nvSpPr>
          <p:cNvPr id="631" name="Google Shape;422;p52"/>
          <p:cNvSpPr txBox="1"/>
          <p:nvPr/>
        </p:nvSpPr>
        <p:spPr>
          <a:xfrm>
            <a:off x="9112729" y="1811729"/>
            <a:ext cx="2414176" cy="1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10000"/>
              </a:lnSpc>
              <a:defRPr sz="1800"/>
            </a:pPr>
            <a:r>
              <a:t>11 стендапов:)</a:t>
            </a:r>
            <a:br/>
            <a:r>
              <a:t>(по 5 баллов)</a:t>
            </a:r>
          </a:p>
        </p:txBody>
      </p:sp>
      <p:sp>
        <p:nvSpPr>
          <p:cNvPr id="632" name="Google Shape;423;p52"/>
          <p:cNvSpPr txBox="1"/>
          <p:nvPr/>
        </p:nvSpPr>
        <p:spPr>
          <a:xfrm>
            <a:off x="6095998" y="4648696"/>
            <a:ext cx="2414176" cy="1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10000"/>
              </a:lnSpc>
              <a:defRPr sz="1800"/>
            </a:pPr>
            <a:r>
              <a:t>3 рубежных контроля</a:t>
            </a:r>
            <a:br/>
            <a:r>
              <a:t>(по 10 баллов)</a:t>
            </a:r>
          </a:p>
        </p:txBody>
      </p:sp>
      <p:sp>
        <p:nvSpPr>
          <p:cNvPr id="633" name="Google Shape;424;p52"/>
          <p:cNvSpPr txBox="1"/>
          <p:nvPr/>
        </p:nvSpPr>
        <p:spPr>
          <a:xfrm>
            <a:off x="9112729" y="4648696"/>
            <a:ext cx="2532976" cy="1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10000"/>
              </a:lnSpc>
              <a:defRPr sz="1800"/>
            </a:pPr>
            <a:r>
              <a:t>Защита проекта</a:t>
            </a:r>
            <a:br/>
            <a:r>
              <a:t>(15 баллов)</a:t>
            </a:r>
          </a:p>
        </p:txBody>
      </p:sp>
      <p:grpSp>
        <p:nvGrpSpPr>
          <p:cNvPr id="636" name="Google Shape;425;p52"/>
          <p:cNvGrpSpPr/>
          <p:nvPr/>
        </p:nvGrpSpPr>
        <p:grpSpPr>
          <a:xfrm>
            <a:off x="6095999" y="718501"/>
            <a:ext cx="749102" cy="749101"/>
            <a:chOff x="0" y="0"/>
            <a:chExt cx="749100" cy="749100"/>
          </a:xfrm>
        </p:grpSpPr>
        <p:sp>
          <p:nvSpPr>
            <p:cNvPr id="634" name="Кружок"/>
            <p:cNvSpPr/>
            <p:nvPr/>
          </p:nvSpPr>
          <p:spPr>
            <a:xfrm>
              <a:off x="-1" y="-1"/>
              <a:ext cx="749102" cy="74910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635" name="1"/>
            <p:cNvSpPr txBox="1"/>
            <p:nvPr/>
          </p:nvSpPr>
          <p:spPr>
            <a:xfrm>
              <a:off x="155427" y="87549"/>
              <a:ext cx="438246" cy="57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639" name="Google Shape;426;p52"/>
          <p:cNvGrpSpPr/>
          <p:nvPr/>
        </p:nvGrpSpPr>
        <p:grpSpPr>
          <a:xfrm>
            <a:off x="9112731" y="713849"/>
            <a:ext cx="749101" cy="749101"/>
            <a:chOff x="0" y="0"/>
            <a:chExt cx="749100" cy="749100"/>
          </a:xfrm>
        </p:grpSpPr>
        <p:sp>
          <p:nvSpPr>
            <p:cNvPr id="637" name="Кружок"/>
            <p:cNvSpPr/>
            <p:nvPr/>
          </p:nvSpPr>
          <p:spPr>
            <a:xfrm>
              <a:off x="-1" y="-1"/>
              <a:ext cx="749102" cy="74910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638" name="2"/>
            <p:cNvSpPr txBox="1"/>
            <p:nvPr/>
          </p:nvSpPr>
          <p:spPr>
            <a:xfrm>
              <a:off x="155427" y="87549"/>
              <a:ext cx="438246" cy="57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642" name="Google Shape;427;p52"/>
          <p:cNvGrpSpPr/>
          <p:nvPr/>
        </p:nvGrpSpPr>
        <p:grpSpPr>
          <a:xfrm>
            <a:off x="6095999" y="3709675"/>
            <a:ext cx="749102" cy="749101"/>
            <a:chOff x="0" y="0"/>
            <a:chExt cx="749100" cy="749100"/>
          </a:xfrm>
        </p:grpSpPr>
        <p:sp>
          <p:nvSpPr>
            <p:cNvPr id="640" name="Кружок"/>
            <p:cNvSpPr/>
            <p:nvPr/>
          </p:nvSpPr>
          <p:spPr>
            <a:xfrm>
              <a:off x="-1" y="-1"/>
              <a:ext cx="749102" cy="74910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641" name="3"/>
            <p:cNvSpPr txBox="1"/>
            <p:nvPr/>
          </p:nvSpPr>
          <p:spPr>
            <a:xfrm>
              <a:off x="155427" y="87549"/>
              <a:ext cx="438246" cy="57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645" name="Google Shape;428;p52"/>
          <p:cNvGrpSpPr/>
          <p:nvPr/>
        </p:nvGrpSpPr>
        <p:grpSpPr>
          <a:xfrm>
            <a:off x="9112731" y="3705021"/>
            <a:ext cx="749101" cy="749101"/>
            <a:chOff x="0" y="0"/>
            <a:chExt cx="749100" cy="749100"/>
          </a:xfrm>
        </p:grpSpPr>
        <p:sp>
          <p:nvSpPr>
            <p:cNvPr id="643" name="Кружок"/>
            <p:cNvSpPr/>
            <p:nvPr/>
          </p:nvSpPr>
          <p:spPr>
            <a:xfrm>
              <a:off x="-1" y="-1"/>
              <a:ext cx="749102" cy="74910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644" name="4"/>
            <p:cNvSpPr txBox="1"/>
            <p:nvPr/>
          </p:nvSpPr>
          <p:spPr>
            <a:xfrm>
              <a:off x="155427" y="87549"/>
              <a:ext cx="438246" cy="57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 sz="32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defRPr>
              </a:lvl1pPr>
            </a:lstStyle>
            <a:p>
              <a:pPr/>
              <a: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434;p53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648" name="Google Shape;435;p53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MVP проекта</a:t>
            </a:r>
          </a:p>
        </p:txBody>
      </p:sp>
      <p:grpSp>
        <p:nvGrpSpPr>
          <p:cNvPr id="651" name="Google Shape;436;p53"/>
          <p:cNvGrpSpPr/>
          <p:nvPr/>
        </p:nvGrpSpPr>
        <p:grpSpPr>
          <a:xfrm>
            <a:off x="6096000" y="692151"/>
            <a:ext cx="5437188" cy="4182177"/>
            <a:chOff x="0" y="0"/>
            <a:chExt cx="5437187" cy="4182176"/>
          </a:xfrm>
        </p:grpSpPr>
        <p:sp>
          <p:nvSpPr>
            <p:cNvPr id="649" name="Прямоугольник"/>
            <p:cNvSpPr/>
            <p:nvPr/>
          </p:nvSpPr>
          <p:spPr>
            <a:xfrm>
              <a:off x="0" y="0"/>
              <a:ext cx="5437188" cy="418217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650" name="image11.jpeg" descr="image11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11537" r="0" b="11543"/>
            <a:stretch>
              <a:fillRect/>
            </a:stretch>
          </p:blipFill>
          <p:spPr>
            <a:xfrm>
              <a:off x="0" y="0"/>
              <a:ext cx="5437188" cy="41821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52" name="Google Shape;437;p53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653" name="Google Shape;438;p53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/>
            <a:r>
              <a:t>Сейчас очень востребованы разработчики, которые имеют опыт работы в команде над живым проектом. Написание проекта позволит получить представление о том, с какими проблемами можно столкнуться в процессе разработки.</a:t>
            </a:r>
          </a:p>
          <a:p>
            <a:pPr marL="0"/>
            <a:r>
              <a:t>Идея проекта - любая, но обязательно клиент-серверная и актуальная:)</a:t>
            </a:r>
          </a:p>
          <a:p>
            <a:pPr marL="0"/>
            <a:r>
              <a:t>За семестр сложно написать законченный проект, поэтому достаточен MVP (Минимально жизнеспособный продукт), в котором реализована главная функциональность.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oogle Shape;444;p54"/>
          <p:cNvGrpSpPr/>
          <p:nvPr/>
        </p:nvGrpSpPr>
        <p:grpSpPr>
          <a:xfrm>
            <a:off x="6095999" y="692151"/>
            <a:ext cx="5437191" cy="4182179"/>
            <a:chOff x="0" y="0"/>
            <a:chExt cx="5437189" cy="4182178"/>
          </a:xfrm>
        </p:grpSpPr>
        <p:sp>
          <p:nvSpPr>
            <p:cNvPr id="655" name="Прямоугольник"/>
            <p:cNvSpPr/>
            <p:nvPr/>
          </p:nvSpPr>
          <p:spPr>
            <a:xfrm>
              <a:off x="0" y="0"/>
              <a:ext cx="5437190" cy="4182179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656" name="image22.png" descr="image22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6663" t="0" r="6664" b="0"/>
            <a:stretch>
              <a:fillRect/>
            </a:stretch>
          </p:blipFill>
          <p:spPr>
            <a:xfrm>
              <a:off x="-1" y="0"/>
              <a:ext cx="5437190" cy="41821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58" name="Google Shape;445;p54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659" name="Google Shape;446;p54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660" name="Google Shape;447;p54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Stand-up meeting</a:t>
            </a:r>
          </a:p>
        </p:txBody>
      </p:sp>
      <p:sp>
        <p:nvSpPr>
          <p:cNvPr id="661" name="Google Shape;448;p54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>
              <a:lnSpc>
                <a:spcPct val="88000"/>
              </a:lnSpc>
            </a:pPr>
            <a:r>
              <a:t>Встречи команды и ментора.</a:t>
            </a:r>
          </a:p>
          <a:p>
            <a:pPr marL="0">
              <a:lnSpc>
                <a:spcPct val="88000"/>
              </a:lnSpc>
            </a:pPr>
            <a:r>
              <a:t>На них следует делиться прогрессом, проблемами. Строить планы на следующую неделю.</a:t>
            </a:r>
          </a:p>
          <a:p>
            <a:pPr marL="0">
              <a:lnSpc>
                <a:spcPct val="88000"/>
              </a:lnSpc>
            </a:pPr>
            <a:r>
              <a:t>Главные вопросы, на которые стоит ответить:</a:t>
            </a:r>
          </a:p>
          <a:p>
            <a:pPr marL="457200" indent="-342900">
              <a:lnSpc>
                <a:spcPct val="88000"/>
              </a:lnSpc>
              <a:buClr>
                <a:srgbClr val="000000"/>
              </a:buClr>
              <a:buSzPts val="1600"/>
              <a:buFont typeface="Arial"/>
              <a:buChar char="●"/>
            </a:pPr>
            <a:r>
              <a:t>Что делал?</a:t>
            </a:r>
          </a:p>
          <a:p>
            <a:pPr marL="457200" indent="-342900">
              <a:lnSpc>
                <a:spcPct val="88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Что буду делать?</a:t>
            </a:r>
          </a:p>
          <a:p>
            <a:pPr marL="457200" indent="-342900">
              <a:lnSpc>
                <a:spcPct val="88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Какие проблемы возникли?</a:t>
            </a:r>
          </a:p>
          <a:p>
            <a:pPr marL="0">
              <a:lnSpc>
                <a:spcPct val="88000"/>
              </a:lnSpc>
            </a:pPr>
            <a:r>
              <a:t>Работа будет оцениваться индивидуально:</a:t>
            </a:r>
          </a:p>
          <a:p>
            <a:pPr marL="457200" indent="-342900">
              <a:lnSpc>
                <a:spcPct val="88000"/>
              </a:lnSpc>
              <a:buClr>
                <a:srgbClr val="000000"/>
              </a:buClr>
              <a:buSzPts val="1600"/>
              <a:buFont typeface="Arial"/>
              <a:buChar char="●"/>
            </a:pPr>
            <a:r>
              <a:t>Сколько было сделано пул реквестов</a:t>
            </a:r>
          </a:p>
          <a:p>
            <a:pPr marL="457200" indent="-342900">
              <a:lnSpc>
                <a:spcPct val="88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Сколько было влито пул реквестов</a:t>
            </a:r>
          </a:p>
          <a:p>
            <a:pPr marL="457200" indent="-342900">
              <a:lnSpc>
                <a:spcPct val="88000"/>
              </a:lnSpc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Насколько большие задачи были сделаны</a:t>
            </a:r>
          </a:p>
          <a:p>
            <a:pPr marL="0">
              <a:lnSpc>
                <a:spcPct val="88000"/>
              </a:lnSpc>
            </a:pPr>
            <a:r>
              <a:t>Даты проведения:</a:t>
            </a:r>
          </a:p>
          <a:p>
            <a:pPr marL="457200" indent="-342900">
              <a:lnSpc>
                <a:spcPct val="88000"/>
              </a:lnSpc>
              <a:buClr>
                <a:srgbClr val="000000"/>
              </a:buClr>
              <a:buSzPts val="1600"/>
              <a:buFont typeface="Arial"/>
              <a:buChar char="●"/>
            </a:pPr>
            <a:r>
              <a:t>каждую неделю с </a:t>
            </a:r>
            <a:r>
              <a:rPr b="1"/>
              <a:t>17.02.2026 </a:t>
            </a:r>
            <a:r>
              <a:t>до </a:t>
            </a:r>
            <a:r>
              <a:rPr b="1"/>
              <a:t>16.05.2026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454;p55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664" name="Google Shape;455;p55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Рубежный контроль</a:t>
            </a:r>
          </a:p>
        </p:txBody>
      </p:sp>
      <p:sp>
        <p:nvSpPr>
          <p:cNvPr id="665" name="Google Shape;456;p55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/>
            <a:r>
              <a:t>Как стендап, но только с преподавателями:)</a:t>
            </a:r>
          </a:p>
          <a:p>
            <a:pPr marL="0"/>
            <a:r>
              <a:t>Оценку получает команда! Мы рассчитываем что вся команда будет на созвоне.</a:t>
            </a:r>
          </a:p>
          <a:p>
            <a:pPr marL="0"/>
            <a:r>
              <a:t>Мы будем глядеть на готовность проекта, на прогресс команды (сделанные фичи), как команда решает проблемы.</a:t>
            </a:r>
          </a:p>
          <a:p>
            <a:pPr marL="0"/>
            <a:r>
              <a:t>Даты проведения:</a:t>
            </a:r>
            <a:endParaRPr b="1"/>
          </a:p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  <a:defRPr b="1"/>
            </a:pPr>
            <a:r>
              <a:t>17</a:t>
            </a:r>
            <a:r>
              <a:t>.02.2026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b="1"/>
            </a:pPr>
            <a:r>
              <a:t>17</a:t>
            </a:r>
            <a:r>
              <a:t>.03.2026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b="1"/>
            </a:pPr>
            <a:r>
              <a:t>28.04.2026</a:t>
            </a:r>
          </a:p>
        </p:txBody>
      </p:sp>
      <p:grpSp>
        <p:nvGrpSpPr>
          <p:cNvPr id="668" name="Google Shape;457;p55"/>
          <p:cNvGrpSpPr/>
          <p:nvPr/>
        </p:nvGrpSpPr>
        <p:grpSpPr>
          <a:xfrm>
            <a:off x="6095999" y="692151"/>
            <a:ext cx="5437190" cy="4182177"/>
            <a:chOff x="0" y="0"/>
            <a:chExt cx="5437188" cy="4182176"/>
          </a:xfrm>
        </p:grpSpPr>
        <p:sp>
          <p:nvSpPr>
            <p:cNvPr id="666" name="Прямоугольник"/>
            <p:cNvSpPr/>
            <p:nvPr/>
          </p:nvSpPr>
          <p:spPr>
            <a:xfrm>
              <a:off x="0" y="0"/>
              <a:ext cx="5437188" cy="418217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667" name="image12.jpeg" descr="image1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6663" t="0" r="6663" b="0"/>
            <a:stretch>
              <a:fillRect/>
            </a:stretch>
          </p:blipFill>
          <p:spPr>
            <a:xfrm>
              <a:off x="-1" y="0"/>
              <a:ext cx="5437190" cy="41821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69" name="Google Shape;458;p55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464;p56"/>
          <p:cNvGrpSpPr/>
          <p:nvPr/>
        </p:nvGrpSpPr>
        <p:grpSpPr>
          <a:xfrm>
            <a:off x="6095999" y="692151"/>
            <a:ext cx="5437191" cy="4182177"/>
            <a:chOff x="0" y="0"/>
            <a:chExt cx="5437189" cy="4182176"/>
          </a:xfrm>
        </p:grpSpPr>
        <p:sp>
          <p:nvSpPr>
            <p:cNvPr id="671" name="Прямоугольник"/>
            <p:cNvSpPr/>
            <p:nvPr/>
          </p:nvSpPr>
          <p:spPr>
            <a:xfrm>
              <a:off x="0" y="0"/>
              <a:ext cx="5437190" cy="418217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672" name="image20.jpeg" descr="image20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6635" t="0" r="6624" b="0"/>
            <a:stretch>
              <a:fillRect/>
            </a:stretch>
          </p:blipFill>
          <p:spPr>
            <a:xfrm>
              <a:off x="-1" y="0"/>
              <a:ext cx="5437191" cy="41821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74" name="Google Shape;465;p56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675" name="Google Shape;466;p56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676" name="Google Shape;467;p56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Защита проекта</a:t>
            </a:r>
          </a:p>
        </p:txBody>
      </p:sp>
      <p:sp>
        <p:nvSpPr>
          <p:cNvPr id="677" name="Google Shape;468;p56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/>
            <a:r>
              <a:t>Финиш.</a:t>
            </a:r>
          </a:p>
          <a:p>
            <a:pPr marL="0"/>
            <a:r>
              <a:t>В отличии от предыдущих зачетов, здесь наиболее интересен будет питч (презентация) проекта.</a:t>
            </a:r>
          </a:p>
          <a:p>
            <a:pPr marL="0"/>
            <a:r>
              <a:t>Основная задача будет - продать проект. Презентовать его так, чтобы было понятно что идея актуальная, реализация непростая, но у вас все под контролем и вы знаете как его довести до релиза.</a:t>
            </a:r>
          </a:p>
          <a:p>
            <a:pPr marL="0"/>
            <a:r>
              <a:t>Для оценки будет приглашенное жюри, перед которыми надо будет провести питч и ответить на вопросы</a:t>
            </a:r>
          </a:p>
          <a:p>
            <a:pPr marL="0"/>
            <a:r>
              <a:t>Дата - </a:t>
            </a:r>
            <a:r>
              <a:rPr b="1"/>
              <a:t>29.05.2026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474;p57"/>
          <p:cNvGrpSpPr/>
          <p:nvPr/>
        </p:nvGrpSpPr>
        <p:grpSpPr>
          <a:xfrm>
            <a:off x="6095999" y="692151"/>
            <a:ext cx="5437202" cy="4182301"/>
            <a:chOff x="0" y="0"/>
            <a:chExt cx="5437200" cy="4182300"/>
          </a:xfrm>
        </p:grpSpPr>
        <p:sp>
          <p:nvSpPr>
            <p:cNvPr id="679" name="Прямоугольник"/>
            <p:cNvSpPr/>
            <p:nvPr/>
          </p:nvSpPr>
          <p:spPr>
            <a:xfrm>
              <a:off x="0" y="0"/>
              <a:ext cx="5437200" cy="4182301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680" name="image14.png" descr="image14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3432" t="0" r="13440" b="0"/>
            <a:stretch>
              <a:fillRect/>
            </a:stretch>
          </p:blipFill>
          <p:spPr>
            <a:xfrm>
              <a:off x="-1" y="0"/>
              <a:ext cx="5437202" cy="41823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82" name="Google Shape;475;p57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>
            <a:lvl1pPr marL="0">
              <a:def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uFillTx/>
              </a:defRPr>
            </a:pPr>
            <a:r>
              <a:rPr>
                <a:uFill>
                  <a:solidFill>
                    <a:schemeClr val="accent1"/>
                  </a:solidFill>
                </a:uFill>
                <a:hlinkClick r:id="rId3" invalidUrl="" action="" tgtFrame="" tooltip="" history="1" highlightClick="0" endSnd="0"/>
              </a:rPr>
              <a:t>https://dev.vk.com/ru</a:t>
            </a:r>
          </a:p>
        </p:txBody>
      </p:sp>
      <p:sp>
        <p:nvSpPr>
          <p:cNvPr id="683" name="Google Shape;476;p57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684" name="Google Shape;477;p57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Немного пиара</a:t>
            </a:r>
          </a:p>
        </p:txBody>
      </p:sp>
      <p:sp>
        <p:nvSpPr>
          <p:cNvPr id="685" name="Google Shape;478;p57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/>
            <a:r>
              <a:t>За использование сервисов в вашем проекте на защите мы будем добавлять баллы.</a:t>
            </a:r>
          </a:p>
          <a:p>
            <a:pPr marL="0"/>
            <a:r>
              <a:t>Если вы в свое приложение будете встраивать авторизацию, то обратите внимание на - авторизационный SDK:</a:t>
            </a:r>
          </a:p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  <a:defRPr u="sng">
                <a:solidFill>
                  <a:schemeClr val="accent1"/>
                </a:solidFill>
              </a:defRPr>
            </a:pPr>
            <a:r>
              <a:rPr>
                <a:uFill>
                  <a:solidFill>
                    <a:schemeClr val="accent1"/>
                  </a:solidFill>
                </a:uFill>
                <a:hlinkClick r:id="rId4" invalidUrl="" action="" tgtFrame="" tooltip="" history="1" highlightClick="0" endSnd="0"/>
              </a:rPr>
              <a:t>https://id.vk.com/about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u="sng">
                <a:solidFill>
                  <a:schemeClr val="accent1"/>
                </a:solidFill>
              </a:defRPr>
            </a:pPr>
            <a:r>
              <a:rPr>
                <a:uFill>
                  <a:solidFill>
                    <a:schemeClr val="accent1"/>
                  </a:solidFill>
                </a:uFill>
                <a:hlinkClick r:id="rId5" invalidUrl="" action="" tgtFrame="" tooltip="" history="1" highlightClick="0" endSnd="0"/>
              </a:rPr>
              <a:t>https://github.com/VKCOM/vkid-android-sdk/</a:t>
            </a:r>
          </a:p>
          <a:p>
            <a:pPr marL="0"/>
          </a:p>
          <a:p>
            <a:pPr marL="0"/>
            <a:r>
              <a:t>Сама авторизацию откроет вам возможности для использования фишек ВКонтакте.</a:t>
            </a:r>
          </a:p>
          <a:p>
            <a:pPr marL="0"/>
            <a:r>
              <a:t>Да и поддержку будет получить проще от самих разработчиков.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483;p58"/>
          <p:cNvSpPr/>
          <p:nvPr/>
        </p:nvSpPr>
        <p:spPr>
          <a:xfrm>
            <a:off x="-747699" y="-916222"/>
            <a:ext cx="13689202" cy="8692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341" fill="norm" stroke="1" extrusionOk="0">
                <a:moveTo>
                  <a:pt x="3173" y="0"/>
                </a:moveTo>
                <a:lnTo>
                  <a:pt x="495" y="0"/>
                </a:lnTo>
                <a:cubicBezTo>
                  <a:pt x="251" y="0"/>
                  <a:pt x="128" y="0"/>
                  <a:pt x="56" y="123"/>
                </a:cubicBezTo>
                <a:cubicBezTo>
                  <a:pt x="-16" y="246"/>
                  <a:pt x="-5" y="435"/>
                  <a:pt x="17" y="809"/>
                </a:cubicBezTo>
                <a:cubicBezTo>
                  <a:pt x="677" y="12100"/>
                  <a:pt x="4625" y="21600"/>
                  <a:pt x="11920" y="21336"/>
                </a:cubicBezTo>
                <a:cubicBezTo>
                  <a:pt x="12135" y="21328"/>
                  <a:pt x="12243" y="21324"/>
                  <a:pt x="12312" y="21214"/>
                </a:cubicBezTo>
                <a:cubicBezTo>
                  <a:pt x="12381" y="21104"/>
                  <a:pt x="12381" y="20934"/>
                  <a:pt x="12381" y="20593"/>
                </a:cubicBezTo>
                <a:lnTo>
                  <a:pt x="12381" y="13727"/>
                </a:lnTo>
                <a:cubicBezTo>
                  <a:pt x="15730" y="14452"/>
                  <a:pt x="16999" y="17906"/>
                  <a:pt x="17777" y="20786"/>
                </a:cubicBezTo>
                <a:cubicBezTo>
                  <a:pt x="17848" y="21049"/>
                  <a:pt x="17883" y="21180"/>
                  <a:pt x="17944" y="21244"/>
                </a:cubicBezTo>
                <a:cubicBezTo>
                  <a:pt x="18005" y="21308"/>
                  <a:pt x="18089" y="21307"/>
                  <a:pt x="18256" y="21307"/>
                </a:cubicBezTo>
                <a:lnTo>
                  <a:pt x="21087" y="21307"/>
                </a:lnTo>
                <a:cubicBezTo>
                  <a:pt x="21320" y="21307"/>
                  <a:pt x="21436" y="21307"/>
                  <a:pt x="21509" y="21170"/>
                </a:cubicBezTo>
                <a:cubicBezTo>
                  <a:pt x="21581" y="21034"/>
                  <a:pt x="21584" y="20866"/>
                  <a:pt x="21524" y="20557"/>
                </a:cubicBezTo>
                <a:cubicBezTo>
                  <a:pt x="20791" y="16768"/>
                  <a:pt x="18890" y="12216"/>
                  <a:pt x="16162" y="10663"/>
                </a:cubicBezTo>
                <a:cubicBezTo>
                  <a:pt x="16162" y="10663"/>
                  <a:pt x="16162" y="10663"/>
                  <a:pt x="16163" y="10662"/>
                </a:cubicBezTo>
                <a:cubicBezTo>
                  <a:pt x="18174" y="9126"/>
                  <a:pt x="20415" y="5081"/>
                  <a:pt x="21068" y="790"/>
                </a:cubicBezTo>
                <a:cubicBezTo>
                  <a:pt x="21120" y="452"/>
                  <a:pt x="21137" y="280"/>
                  <a:pt x="21064" y="140"/>
                </a:cubicBezTo>
                <a:cubicBezTo>
                  <a:pt x="20991" y="0"/>
                  <a:pt x="20870" y="0"/>
                  <a:pt x="20627" y="0"/>
                </a:cubicBezTo>
                <a:lnTo>
                  <a:pt x="17895" y="0"/>
                </a:lnTo>
                <a:cubicBezTo>
                  <a:pt x="17709" y="0"/>
                  <a:pt x="17616" y="0"/>
                  <a:pt x="17551" y="76"/>
                </a:cubicBezTo>
                <a:cubicBezTo>
                  <a:pt x="17486" y="152"/>
                  <a:pt x="17459" y="301"/>
                  <a:pt x="17404" y="598"/>
                </a:cubicBezTo>
                <a:cubicBezTo>
                  <a:pt x="16784" y="4027"/>
                  <a:pt x="14838" y="7769"/>
                  <a:pt x="12381" y="8451"/>
                </a:cubicBezTo>
                <a:lnTo>
                  <a:pt x="12381" y="756"/>
                </a:lnTo>
                <a:cubicBezTo>
                  <a:pt x="12381" y="400"/>
                  <a:pt x="12381" y="221"/>
                  <a:pt x="12310" y="111"/>
                </a:cubicBezTo>
                <a:cubicBezTo>
                  <a:pt x="12239" y="0"/>
                  <a:pt x="12124" y="0"/>
                  <a:pt x="11895" y="0"/>
                </a:cubicBezTo>
                <a:lnTo>
                  <a:pt x="9231" y="0"/>
                </a:lnTo>
                <a:cubicBezTo>
                  <a:pt x="9002" y="0"/>
                  <a:pt x="8888" y="0"/>
                  <a:pt x="8817" y="111"/>
                </a:cubicBezTo>
                <a:cubicBezTo>
                  <a:pt x="8746" y="222"/>
                  <a:pt x="8746" y="400"/>
                  <a:pt x="8746" y="756"/>
                </a:cubicBezTo>
                <a:lnTo>
                  <a:pt x="8746" y="14641"/>
                </a:lnTo>
                <a:cubicBezTo>
                  <a:pt x="6205" y="13859"/>
                  <a:pt x="4009" y="8054"/>
                  <a:pt x="3664" y="719"/>
                </a:cubicBezTo>
                <a:cubicBezTo>
                  <a:pt x="3647" y="375"/>
                  <a:pt x="3639" y="202"/>
                  <a:pt x="3569" y="101"/>
                </a:cubicBezTo>
                <a:cubicBezTo>
                  <a:pt x="3499" y="0"/>
                  <a:pt x="3390" y="0"/>
                  <a:pt x="3173" y="0"/>
                </a:cubicBezTo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/>
            </a:pPr>
          </a:p>
        </p:txBody>
      </p:sp>
      <p:sp>
        <p:nvSpPr>
          <p:cNvPr id="688" name="Google Shape;484;p58"/>
          <p:cNvSpPr txBox="1"/>
          <p:nvPr>
            <p:ph type="title"/>
          </p:nvPr>
        </p:nvSpPr>
        <p:spPr>
          <a:xfrm>
            <a:off x="1999416" y="2057855"/>
            <a:ext cx="8193301" cy="2742901"/>
          </a:xfrm>
          <a:prstGeom prst="rect">
            <a:avLst/>
          </a:prstGeom>
        </p:spPr>
        <p:txBody>
          <a:bodyPr anchor="b"/>
          <a:lstStyle>
            <a:lvl1pPr defTabSz="886968">
              <a:defRPr sz="6402"/>
            </a:lvl1pPr>
          </a:lstStyle>
          <a:p>
            <a:pPr/>
            <a:r>
              <a:t>На РК1 нужно подготовить ТЗ и репозиторий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491;p59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>
            <a:lvl1pPr marL="0"/>
          </a:lstStyle>
          <a:p>
            <a:pPr/>
            <a:r>
              <a:t>Пример технического задания</a:t>
            </a:r>
          </a:p>
        </p:txBody>
      </p:sp>
      <p:sp>
        <p:nvSpPr>
          <p:cNvPr id="691" name="Google Shape;492;p59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Техническое задание</a:t>
            </a:r>
          </a:p>
        </p:txBody>
      </p:sp>
      <p:sp>
        <p:nvSpPr>
          <p:cNvPr id="692" name="Google Shape;493;p59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/>
            <a:r>
              <a:t>Техническое задание должно вам помочь с распределением работ.</a:t>
            </a:r>
          </a:p>
          <a:p>
            <a:pPr marL="0"/>
            <a:r>
              <a:t>Основные вопросы, на которое должно ответить ТЗ:</a:t>
            </a:r>
          </a:p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</a:pPr>
            <a:r>
              <a:t>Состав команды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Идея проекта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Целевая аудитория (для кого актуально)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Карта экранов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Список фич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Майлстоуны проекта (на каком этапе, какие будут делаться фичи)</a:t>
            </a:r>
          </a:p>
          <a:p>
            <a:pPr marL="0"/>
            <a:r>
              <a:t>Форма - свободная, оформлять по ГОСТ-у не требуется:)</a:t>
            </a:r>
          </a:p>
        </p:txBody>
      </p:sp>
      <p:grpSp>
        <p:nvGrpSpPr>
          <p:cNvPr id="695" name="Google Shape;494;p59"/>
          <p:cNvGrpSpPr/>
          <p:nvPr/>
        </p:nvGrpSpPr>
        <p:grpSpPr>
          <a:xfrm>
            <a:off x="6095999" y="692151"/>
            <a:ext cx="5437190" cy="4182177"/>
            <a:chOff x="0" y="0"/>
            <a:chExt cx="5437188" cy="4182176"/>
          </a:xfrm>
        </p:grpSpPr>
        <p:sp>
          <p:nvSpPr>
            <p:cNvPr id="693" name="Прямоугольник"/>
            <p:cNvSpPr/>
            <p:nvPr/>
          </p:nvSpPr>
          <p:spPr>
            <a:xfrm>
              <a:off x="0" y="0"/>
              <a:ext cx="5437188" cy="418217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694" name="image12.jpeg" descr="image1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6663" t="0" r="6663" b="0"/>
            <a:stretch>
              <a:fillRect/>
            </a:stretch>
          </p:blipFill>
          <p:spPr>
            <a:xfrm>
              <a:off x="-1" y="0"/>
              <a:ext cx="5437190" cy="41821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96" name="Google Shape;495;p59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defTabSz="905255">
              <a:spcBef>
                <a:spcPts val="900"/>
              </a:spcBef>
              <a:defRPr sz="1584"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3" invalidUrl="" action="" tgtFrame="" tooltip="" history="1" highlightClick="0" endSnd="0"/>
              </a:defRPr>
            </a:lvl1pPr>
          </a:lstStyle>
          <a:p>
            <a:pPr>
              <a:defRPr>
                <a:uFillTx/>
              </a:defRPr>
            </a:pPr>
            <a:r>
              <a:rPr>
                <a:uFill>
                  <a:solidFill>
                    <a:schemeClr val="accent1"/>
                  </a:solidFill>
                </a:uFill>
                <a:hlinkClick r:id="rId3" invalidUrl="" action="" tgtFrame="" tooltip="" history="1" highlightClick="0" endSnd="0"/>
              </a:rPr>
              <a:t>https://docs.google.com/document/d/1RZXWhlh5KZZ2RPpY-hyFVFCx5Fn8EmxN0GaLoCPG9CU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500;p60"/>
          <p:cNvSpPr/>
          <p:nvPr/>
        </p:nvSpPr>
        <p:spPr>
          <a:xfrm>
            <a:off x="-747699" y="-916222"/>
            <a:ext cx="13689202" cy="8692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341" fill="norm" stroke="1" extrusionOk="0">
                <a:moveTo>
                  <a:pt x="3173" y="0"/>
                </a:moveTo>
                <a:lnTo>
                  <a:pt x="495" y="0"/>
                </a:lnTo>
                <a:cubicBezTo>
                  <a:pt x="251" y="0"/>
                  <a:pt x="128" y="0"/>
                  <a:pt x="56" y="123"/>
                </a:cubicBezTo>
                <a:cubicBezTo>
                  <a:pt x="-16" y="246"/>
                  <a:pt x="-5" y="435"/>
                  <a:pt x="17" y="809"/>
                </a:cubicBezTo>
                <a:cubicBezTo>
                  <a:pt x="677" y="12100"/>
                  <a:pt x="4625" y="21600"/>
                  <a:pt x="11920" y="21336"/>
                </a:cubicBezTo>
                <a:cubicBezTo>
                  <a:pt x="12135" y="21328"/>
                  <a:pt x="12243" y="21324"/>
                  <a:pt x="12312" y="21214"/>
                </a:cubicBezTo>
                <a:cubicBezTo>
                  <a:pt x="12381" y="21104"/>
                  <a:pt x="12381" y="20934"/>
                  <a:pt x="12381" y="20593"/>
                </a:cubicBezTo>
                <a:lnTo>
                  <a:pt x="12381" y="13727"/>
                </a:lnTo>
                <a:cubicBezTo>
                  <a:pt x="15730" y="14452"/>
                  <a:pt x="16999" y="17906"/>
                  <a:pt x="17777" y="20786"/>
                </a:cubicBezTo>
                <a:cubicBezTo>
                  <a:pt x="17848" y="21049"/>
                  <a:pt x="17883" y="21180"/>
                  <a:pt x="17944" y="21244"/>
                </a:cubicBezTo>
                <a:cubicBezTo>
                  <a:pt x="18005" y="21308"/>
                  <a:pt x="18089" y="21307"/>
                  <a:pt x="18256" y="21307"/>
                </a:cubicBezTo>
                <a:lnTo>
                  <a:pt x="21087" y="21307"/>
                </a:lnTo>
                <a:cubicBezTo>
                  <a:pt x="21320" y="21307"/>
                  <a:pt x="21436" y="21307"/>
                  <a:pt x="21509" y="21170"/>
                </a:cubicBezTo>
                <a:cubicBezTo>
                  <a:pt x="21581" y="21034"/>
                  <a:pt x="21584" y="20866"/>
                  <a:pt x="21524" y="20557"/>
                </a:cubicBezTo>
                <a:cubicBezTo>
                  <a:pt x="20791" y="16768"/>
                  <a:pt x="18890" y="12216"/>
                  <a:pt x="16162" y="10663"/>
                </a:cubicBezTo>
                <a:cubicBezTo>
                  <a:pt x="16162" y="10663"/>
                  <a:pt x="16162" y="10663"/>
                  <a:pt x="16163" y="10662"/>
                </a:cubicBezTo>
                <a:cubicBezTo>
                  <a:pt x="18174" y="9126"/>
                  <a:pt x="20415" y="5081"/>
                  <a:pt x="21068" y="790"/>
                </a:cubicBezTo>
                <a:cubicBezTo>
                  <a:pt x="21120" y="452"/>
                  <a:pt x="21137" y="280"/>
                  <a:pt x="21064" y="140"/>
                </a:cubicBezTo>
                <a:cubicBezTo>
                  <a:pt x="20991" y="0"/>
                  <a:pt x="20870" y="0"/>
                  <a:pt x="20627" y="0"/>
                </a:cubicBezTo>
                <a:lnTo>
                  <a:pt x="17895" y="0"/>
                </a:lnTo>
                <a:cubicBezTo>
                  <a:pt x="17709" y="0"/>
                  <a:pt x="17616" y="0"/>
                  <a:pt x="17551" y="76"/>
                </a:cubicBezTo>
                <a:cubicBezTo>
                  <a:pt x="17486" y="152"/>
                  <a:pt x="17459" y="301"/>
                  <a:pt x="17404" y="598"/>
                </a:cubicBezTo>
                <a:cubicBezTo>
                  <a:pt x="16784" y="4027"/>
                  <a:pt x="14838" y="7769"/>
                  <a:pt x="12381" y="8451"/>
                </a:cubicBezTo>
                <a:lnTo>
                  <a:pt x="12381" y="756"/>
                </a:lnTo>
                <a:cubicBezTo>
                  <a:pt x="12381" y="400"/>
                  <a:pt x="12381" y="221"/>
                  <a:pt x="12310" y="111"/>
                </a:cubicBezTo>
                <a:cubicBezTo>
                  <a:pt x="12239" y="0"/>
                  <a:pt x="12124" y="0"/>
                  <a:pt x="11895" y="0"/>
                </a:cubicBezTo>
                <a:lnTo>
                  <a:pt x="9231" y="0"/>
                </a:lnTo>
                <a:cubicBezTo>
                  <a:pt x="9002" y="0"/>
                  <a:pt x="8888" y="0"/>
                  <a:pt x="8817" y="111"/>
                </a:cubicBezTo>
                <a:cubicBezTo>
                  <a:pt x="8746" y="222"/>
                  <a:pt x="8746" y="400"/>
                  <a:pt x="8746" y="756"/>
                </a:cubicBezTo>
                <a:lnTo>
                  <a:pt x="8746" y="14641"/>
                </a:lnTo>
                <a:cubicBezTo>
                  <a:pt x="6205" y="13859"/>
                  <a:pt x="4009" y="8054"/>
                  <a:pt x="3664" y="719"/>
                </a:cubicBezTo>
                <a:cubicBezTo>
                  <a:pt x="3647" y="375"/>
                  <a:pt x="3639" y="202"/>
                  <a:pt x="3569" y="101"/>
                </a:cubicBezTo>
                <a:cubicBezTo>
                  <a:pt x="3499" y="0"/>
                  <a:pt x="3390" y="0"/>
                  <a:pt x="3173" y="0"/>
                </a:cubicBezTo>
              </a:path>
            </a:pathLst>
          </a:custGeom>
          <a:solidFill>
            <a:srgbClr val="CAD5F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/>
            </a:pPr>
          </a:p>
        </p:txBody>
      </p:sp>
      <p:sp>
        <p:nvSpPr>
          <p:cNvPr id="699" name="Google Shape;501;p60"/>
          <p:cNvSpPr txBox="1"/>
          <p:nvPr>
            <p:ph type="title"/>
          </p:nvPr>
        </p:nvSpPr>
        <p:spPr>
          <a:xfrm>
            <a:off x="1999416" y="2057855"/>
            <a:ext cx="8193301" cy="2742901"/>
          </a:xfrm>
          <a:prstGeom prst="rect">
            <a:avLst/>
          </a:prstGeom>
        </p:spPr>
        <p:txBody>
          <a:bodyPr anchor="b"/>
          <a:lstStyle>
            <a:lvl1pPr defTabSz="886968">
              <a:defRPr sz="6402"/>
            </a:lvl1pPr>
          </a:lstStyle>
          <a:p>
            <a:pPr/>
            <a:r>
              <a:t>Какие-то дополнительные активности?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508;p61"/>
          <p:cNvSpPr txBox="1"/>
          <p:nvPr>
            <p:ph type="title"/>
          </p:nvPr>
        </p:nvSpPr>
        <p:spPr>
          <a:xfrm>
            <a:off x="6870175" y="692150"/>
            <a:ext cx="4803300" cy="1081200"/>
          </a:xfrm>
          <a:prstGeom prst="rect">
            <a:avLst/>
          </a:prstGeom>
        </p:spPr>
        <p:txBody>
          <a:bodyPr/>
          <a:lstStyle/>
          <a:p>
            <a:pPr/>
            <a:r>
              <a:t>Предлагайте, будем смотреть по ситуации</a:t>
            </a:r>
          </a:p>
        </p:txBody>
      </p:sp>
      <p:grpSp>
        <p:nvGrpSpPr>
          <p:cNvPr id="704" name="Google Shape;509;p61"/>
          <p:cNvGrpSpPr/>
          <p:nvPr/>
        </p:nvGrpSpPr>
        <p:grpSpPr>
          <a:xfrm>
            <a:off x="0" y="0"/>
            <a:ext cx="6096001" cy="6858000"/>
            <a:chOff x="0" y="0"/>
            <a:chExt cx="6096000" cy="6858000"/>
          </a:xfrm>
        </p:grpSpPr>
        <p:sp>
          <p:nvSpPr>
            <p:cNvPr id="702" name="Прямоугольник"/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703" name="image19.jpeg" descr="image19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24283" t="0" r="29049" b="0"/>
            <a:stretch>
              <a:fillRect/>
            </a:stretch>
          </p:blipFill>
          <p:spPr>
            <a:xfrm>
              <a:off x="0" y="0"/>
              <a:ext cx="6096001" cy="6858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05" name="Google Shape;510;p61"/>
          <p:cNvSpPr txBox="1"/>
          <p:nvPr>
            <p:ph type="body" sz="half" idx="1"/>
          </p:nvPr>
        </p:nvSpPr>
        <p:spPr>
          <a:xfrm>
            <a:off x="6864350" y="2018599"/>
            <a:ext cx="4649701" cy="4182301"/>
          </a:xfrm>
          <a:prstGeom prst="rect">
            <a:avLst/>
          </a:prstGeom>
        </p:spPr>
        <p:txBody>
          <a:bodyPr/>
          <a:lstStyle/>
          <a:p>
            <a:pPr marL="0"/>
            <a:r>
              <a:t>Оффлайн встречи возможны.</a:t>
            </a:r>
          </a:p>
          <a:p>
            <a:pPr marL="0"/>
            <a:r>
              <a:t>Будут проведены:</a:t>
            </a:r>
          </a:p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</a:pPr>
            <a:r>
              <a:t>Хакатон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Предзащита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515;p62" descr="Google Shape;515;p62"/>
          <p:cNvPicPr>
            <a:picLocks noChangeAspect="1"/>
          </p:cNvPicPr>
          <p:nvPr/>
        </p:nvPicPr>
        <p:blipFill>
          <a:blip r:embed="rId2">
            <a:extLst/>
          </a:blip>
          <a:srcRect l="0" t="4665" r="3109" b="9244"/>
          <a:stretch>
            <a:fillRect/>
          </a:stretch>
        </p:blipFill>
        <p:spPr>
          <a:xfrm>
            <a:off x="6311900" y="-2"/>
            <a:ext cx="5880099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708" name="Google Shape;516;p62"/>
          <p:cNvSpPr/>
          <p:nvPr/>
        </p:nvSpPr>
        <p:spPr>
          <a:xfrm>
            <a:off x="658812" y="5548707"/>
            <a:ext cx="189301" cy="189301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09" name="Google Shape;517;p62"/>
          <p:cNvSpPr/>
          <p:nvPr/>
        </p:nvSpPr>
        <p:spPr>
          <a:xfrm>
            <a:off x="1182273" y="5548707"/>
            <a:ext cx="189301" cy="189301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10" name="Google Shape;518;p62"/>
          <p:cNvSpPr/>
          <p:nvPr/>
        </p:nvSpPr>
        <p:spPr>
          <a:xfrm>
            <a:off x="1705735" y="5548707"/>
            <a:ext cx="189301" cy="1893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11" name="Google Shape;519;p62"/>
          <p:cNvSpPr/>
          <p:nvPr/>
        </p:nvSpPr>
        <p:spPr>
          <a:xfrm>
            <a:off x="2229195" y="5548707"/>
            <a:ext cx="189301" cy="189301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12" name="Google Shape;520;p62"/>
          <p:cNvSpPr/>
          <p:nvPr/>
        </p:nvSpPr>
        <p:spPr>
          <a:xfrm>
            <a:off x="2752656" y="5548707"/>
            <a:ext cx="189301" cy="189301"/>
          </a:xfrm>
          <a:prstGeom prst="ellipse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13" name="Google Shape;521;p62"/>
          <p:cNvSpPr txBox="1"/>
          <p:nvPr>
            <p:ph type="title"/>
          </p:nvPr>
        </p:nvSpPr>
        <p:spPr>
          <a:xfrm>
            <a:off x="603170" y="1119966"/>
            <a:ext cx="8439302" cy="914401"/>
          </a:xfrm>
          <a:prstGeom prst="rect">
            <a:avLst/>
          </a:prstGeom>
        </p:spPr>
        <p:txBody>
          <a:bodyPr/>
          <a:lstStyle>
            <a:lvl1pPr defTabSz="832104">
              <a:defRPr sz="6006">
                <a:solidFill>
                  <a:srgbClr val="000000"/>
                </a:solidFill>
              </a:defRPr>
            </a:lvl1pPr>
          </a:lstStyle>
          <a:p>
            <a:pPr/>
            <a:r>
              <a:t>Команда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527;p63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Требования</a:t>
            </a:r>
          </a:p>
        </p:txBody>
      </p:sp>
      <p:sp>
        <p:nvSpPr>
          <p:cNvPr id="716" name="Google Shape;528;p63"/>
          <p:cNvSpPr txBox="1"/>
          <p:nvPr>
            <p:ph type="body" idx="1"/>
          </p:nvPr>
        </p:nvSpPr>
        <p:spPr>
          <a:xfrm>
            <a:off x="658813" y="1773238"/>
            <a:ext cx="10874400" cy="4447800"/>
          </a:xfrm>
          <a:prstGeom prst="rect">
            <a:avLst/>
          </a:prstGeom>
        </p:spPr>
        <p:txBody>
          <a:bodyPr/>
          <a:lstStyle/>
          <a:p>
            <a:pPr marL="457200" indent="-330200">
              <a:buClr>
                <a:srgbClr val="000000"/>
              </a:buClr>
              <a:buSzPts val="1600"/>
              <a:buFont typeface="Arial"/>
              <a:buChar char="●"/>
            </a:pPr>
            <a:r>
              <a:t>Большинство команд будут состоять из 4-5 человек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За командой закрепляется ментор</a:t>
            </a:r>
          </a:p>
          <a:p>
            <a:pPr lvl="1" marL="914400" indent="-342900">
              <a:spcBef>
                <a:spcPts val="0"/>
              </a:spcBef>
              <a:buClr>
                <a:schemeClr val="accent1"/>
              </a:buClr>
              <a:buSzPts val="1400"/>
              <a:buFont typeface="Arial"/>
              <a:buChar char="○"/>
              <a:defRPr sz="1400"/>
            </a:pPr>
            <a:r>
              <a:t>Нет, ментор не пишет за вас код:)</a:t>
            </a:r>
          </a:p>
          <a:p>
            <a:pPr lvl="1" marL="914400" indent="-342900">
              <a:spcBef>
                <a:spcPts val="0"/>
              </a:spcBef>
              <a:buClr>
                <a:schemeClr val="accent1"/>
              </a:buClr>
              <a:buSzPts val="1400"/>
              <a:buFont typeface="Arial"/>
              <a:buChar char="○"/>
              <a:defRPr sz="1400"/>
            </a:pPr>
            <a:r>
              <a:t>Задача ментора - помочь преодолеть трудности</a:t>
            </a:r>
          </a:p>
          <a:p>
            <a:pPr lvl="1" marL="914400" indent="-342900">
              <a:spcBef>
                <a:spcPts val="0"/>
              </a:spcBef>
              <a:buClr>
                <a:schemeClr val="accent1"/>
              </a:buClr>
              <a:buSzPts val="1400"/>
              <a:buFont typeface="Arial"/>
              <a:buChar char="○"/>
              <a:defRPr sz="1400"/>
            </a:pPr>
            <a:r>
              <a:t>Могут помочь организовать процесс или команду</a:t>
            </a:r>
          </a:p>
          <a:p>
            <a:pPr lvl="1" marL="914400" indent="-342900">
              <a:spcBef>
                <a:spcPts val="0"/>
              </a:spcBef>
              <a:buClr>
                <a:schemeClr val="accent1"/>
              </a:buClr>
              <a:buSzPts val="1400"/>
              <a:buFont typeface="Arial"/>
              <a:buChar char="○"/>
              <a:defRPr sz="1400"/>
            </a:pPr>
            <a:r>
              <a:t>Подскажут про инструменты и фреймворки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Команда отчитывается о проделанной работе на рубежных контролях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Команда презентует свой проект на защите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Каждый участник команды должен знать проект, а не только свои фичи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Команда получает оценки только за разработку под Android (например, разработка серверной части на оценку не влияет)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534;p64"/>
          <p:cNvSpPr txBox="1"/>
          <p:nvPr>
            <p:ph type="body" idx="1"/>
          </p:nvPr>
        </p:nvSpPr>
        <p:spPr>
          <a:xfrm>
            <a:off x="658813" y="1773238"/>
            <a:ext cx="10874400" cy="44478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719" name="Google Shape;535;p64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Команда нормального человека</a:t>
            </a:r>
          </a:p>
        </p:txBody>
      </p:sp>
      <p:pic>
        <p:nvPicPr>
          <p:cNvPr id="720" name="Google Shape;536;p64" descr="Google Shape;536;p6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87775" y="1612432"/>
            <a:ext cx="4616449" cy="4112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542;p65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Реальная команда - роли и мультиклассы</a:t>
            </a:r>
          </a:p>
        </p:txBody>
      </p:sp>
      <p:pic>
        <p:nvPicPr>
          <p:cNvPr id="723" name="Google Shape;543;p65" descr="Google Shape;543;p6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4150" y="1828869"/>
            <a:ext cx="5376651" cy="381037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4" name="Google Shape;544;p65" descr="Google Shape;544;p6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69000" y="1828881"/>
            <a:ext cx="4876801" cy="40093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550;p66"/>
          <p:cNvSpPr txBox="1"/>
          <p:nvPr>
            <p:ph type="body" idx="1"/>
          </p:nvPr>
        </p:nvSpPr>
        <p:spPr>
          <a:xfrm>
            <a:off x="658813" y="1773238"/>
            <a:ext cx="10874400" cy="4447800"/>
          </a:xfrm>
          <a:prstGeom prst="rect">
            <a:avLst/>
          </a:prstGeom>
        </p:spPr>
        <p:txBody>
          <a:bodyPr/>
          <a:lstStyle/>
          <a:p>
            <a:pPr marL="457200" indent="-330200">
              <a:buClr>
                <a:srgbClr val="000000"/>
              </a:buClr>
              <a:buSzPts val="1600"/>
              <a:buFont typeface="Arial"/>
              <a:buChar char="●"/>
            </a:pPr>
            <a:r>
              <a:t>Создайте чатик команды + ментор, чтобы было удобно обсуждать задачи и проблемы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Старайтесь вести доску с задачами (trello, jira, git-issues, или подобное)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Уделяйте время проекту каждую неделю, в течении курса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Не зарывайтесь в проблемы - есть менторы, преподаватели, более опытные студенты, которые смогут посоветовать готовые решения или поделиться рабочими идеями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Используйте git-flow подход в разработке</a:t>
            </a:r>
          </a:p>
          <a:p>
            <a:pPr lvl="1" marL="914400" indent="-342900">
              <a:spcBef>
                <a:spcPts val="0"/>
              </a:spcBef>
              <a:buClr>
                <a:schemeClr val="accent1"/>
              </a:buClr>
              <a:buSzPts val="1400"/>
              <a:buFont typeface="Arial"/>
              <a:buChar char="○"/>
              <a:defRPr sz="1400"/>
            </a:pPr>
            <a:r>
              <a:t>Для каждой фичи создавайте отдельную ветку, которую надо будет вливать в разработческую ветку</a:t>
            </a:r>
          </a:p>
          <a:p>
            <a:pPr lvl="1" marL="914400" indent="-342900">
              <a:spcBef>
                <a:spcPts val="0"/>
              </a:spcBef>
              <a:buClr>
                <a:schemeClr val="accent1"/>
              </a:buClr>
              <a:buSzPts val="1400"/>
              <a:buFont typeface="Arial"/>
              <a:buChar char="○"/>
              <a:defRPr sz="1400"/>
            </a:pPr>
            <a:r>
              <a:t>Вливайте изменения при помощи пул-реквестов, чтобы ваши изменения мог посмотреть другой человек</a:t>
            </a:r>
          </a:p>
        </p:txBody>
      </p:sp>
      <p:sp>
        <p:nvSpPr>
          <p:cNvPr id="727" name="Google Shape;551;p66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Процессы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556;p67" descr="Google Shape;556;p67"/>
          <p:cNvPicPr>
            <a:picLocks noChangeAspect="1"/>
          </p:cNvPicPr>
          <p:nvPr/>
        </p:nvPicPr>
        <p:blipFill>
          <a:blip r:embed="rId2">
            <a:extLst/>
          </a:blip>
          <a:srcRect l="20473" t="26080" r="9292" b="2608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30" name="Google Shape;557;p67"/>
          <p:cNvSpPr txBox="1"/>
          <p:nvPr>
            <p:ph type="title"/>
          </p:nvPr>
        </p:nvSpPr>
        <p:spPr>
          <a:xfrm>
            <a:off x="603171" y="1119966"/>
            <a:ext cx="4621502" cy="914401"/>
          </a:xfrm>
          <a:prstGeom prst="rect">
            <a:avLst/>
          </a:prstGeom>
        </p:spPr>
        <p:txBody>
          <a:bodyPr/>
          <a:lstStyle>
            <a:lvl1pPr defTabSz="832104">
              <a:defRPr sz="6006">
                <a:solidFill>
                  <a:srgbClr val="FFFFFF"/>
                </a:solidFill>
              </a:defRPr>
            </a:lvl1pPr>
          </a:lstStyle>
          <a:p>
            <a:pPr/>
            <a:r>
              <a:t>Проект</a:t>
            </a:r>
          </a:p>
        </p:txBody>
      </p:sp>
      <p:sp>
        <p:nvSpPr>
          <p:cNvPr id="731" name="Google Shape;559;p67"/>
          <p:cNvSpPr/>
          <p:nvPr/>
        </p:nvSpPr>
        <p:spPr>
          <a:xfrm>
            <a:off x="658812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32" name="Google Shape;560;p67"/>
          <p:cNvSpPr/>
          <p:nvPr/>
        </p:nvSpPr>
        <p:spPr>
          <a:xfrm>
            <a:off x="1182273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33" name="Google Shape;561;p67"/>
          <p:cNvSpPr/>
          <p:nvPr/>
        </p:nvSpPr>
        <p:spPr>
          <a:xfrm>
            <a:off x="1705735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34" name="Google Shape;562;p67"/>
          <p:cNvSpPr/>
          <p:nvPr/>
        </p:nvSpPr>
        <p:spPr>
          <a:xfrm>
            <a:off x="2229195" y="5548707"/>
            <a:ext cx="189301" cy="189301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735" name="Google Shape;563;p67"/>
          <p:cNvSpPr/>
          <p:nvPr/>
        </p:nvSpPr>
        <p:spPr>
          <a:xfrm>
            <a:off x="2752656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568;p68"/>
          <p:cNvSpPr/>
          <p:nvPr/>
        </p:nvSpPr>
        <p:spPr>
          <a:xfrm>
            <a:off x="-747699" y="-916222"/>
            <a:ext cx="13689202" cy="8692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341" fill="norm" stroke="1" extrusionOk="0">
                <a:moveTo>
                  <a:pt x="3173" y="0"/>
                </a:moveTo>
                <a:lnTo>
                  <a:pt x="495" y="0"/>
                </a:lnTo>
                <a:cubicBezTo>
                  <a:pt x="251" y="0"/>
                  <a:pt x="128" y="0"/>
                  <a:pt x="56" y="123"/>
                </a:cubicBezTo>
                <a:cubicBezTo>
                  <a:pt x="-16" y="246"/>
                  <a:pt x="-5" y="435"/>
                  <a:pt x="17" y="809"/>
                </a:cubicBezTo>
                <a:cubicBezTo>
                  <a:pt x="677" y="12100"/>
                  <a:pt x="4625" y="21600"/>
                  <a:pt x="11920" y="21336"/>
                </a:cubicBezTo>
                <a:cubicBezTo>
                  <a:pt x="12135" y="21328"/>
                  <a:pt x="12243" y="21324"/>
                  <a:pt x="12312" y="21214"/>
                </a:cubicBezTo>
                <a:cubicBezTo>
                  <a:pt x="12381" y="21104"/>
                  <a:pt x="12381" y="20934"/>
                  <a:pt x="12381" y="20593"/>
                </a:cubicBezTo>
                <a:lnTo>
                  <a:pt x="12381" y="13727"/>
                </a:lnTo>
                <a:cubicBezTo>
                  <a:pt x="15730" y="14452"/>
                  <a:pt x="16999" y="17906"/>
                  <a:pt x="17777" y="20786"/>
                </a:cubicBezTo>
                <a:cubicBezTo>
                  <a:pt x="17848" y="21049"/>
                  <a:pt x="17883" y="21180"/>
                  <a:pt x="17944" y="21244"/>
                </a:cubicBezTo>
                <a:cubicBezTo>
                  <a:pt x="18005" y="21308"/>
                  <a:pt x="18089" y="21307"/>
                  <a:pt x="18256" y="21307"/>
                </a:cubicBezTo>
                <a:lnTo>
                  <a:pt x="21087" y="21307"/>
                </a:lnTo>
                <a:cubicBezTo>
                  <a:pt x="21320" y="21307"/>
                  <a:pt x="21436" y="21307"/>
                  <a:pt x="21509" y="21170"/>
                </a:cubicBezTo>
                <a:cubicBezTo>
                  <a:pt x="21581" y="21034"/>
                  <a:pt x="21584" y="20866"/>
                  <a:pt x="21524" y="20557"/>
                </a:cubicBezTo>
                <a:cubicBezTo>
                  <a:pt x="20791" y="16768"/>
                  <a:pt x="18890" y="12216"/>
                  <a:pt x="16162" y="10663"/>
                </a:cubicBezTo>
                <a:cubicBezTo>
                  <a:pt x="16162" y="10663"/>
                  <a:pt x="16162" y="10663"/>
                  <a:pt x="16163" y="10662"/>
                </a:cubicBezTo>
                <a:cubicBezTo>
                  <a:pt x="18174" y="9126"/>
                  <a:pt x="20415" y="5081"/>
                  <a:pt x="21068" y="790"/>
                </a:cubicBezTo>
                <a:cubicBezTo>
                  <a:pt x="21120" y="452"/>
                  <a:pt x="21137" y="280"/>
                  <a:pt x="21064" y="140"/>
                </a:cubicBezTo>
                <a:cubicBezTo>
                  <a:pt x="20991" y="0"/>
                  <a:pt x="20870" y="0"/>
                  <a:pt x="20627" y="0"/>
                </a:cubicBezTo>
                <a:lnTo>
                  <a:pt x="17895" y="0"/>
                </a:lnTo>
                <a:cubicBezTo>
                  <a:pt x="17709" y="0"/>
                  <a:pt x="17616" y="0"/>
                  <a:pt x="17551" y="76"/>
                </a:cubicBezTo>
                <a:cubicBezTo>
                  <a:pt x="17486" y="152"/>
                  <a:pt x="17459" y="301"/>
                  <a:pt x="17404" y="598"/>
                </a:cubicBezTo>
                <a:cubicBezTo>
                  <a:pt x="16784" y="4027"/>
                  <a:pt x="14838" y="7769"/>
                  <a:pt x="12381" y="8451"/>
                </a:cubicBezTo>
                <a:lnTo>
                  <a:pt x="12381" y="756"/>
                </a:lnTo>
                <a:cubicBezTo>
                  <a:pt x="12381" y="400"/>
                  <a:pt x="12381" y="221"/>
                  <a:pt x="12310" y="111"/>
                </a:cubicBezTo>
                <a:cubicBezTo>
                  <a:pt x="12239" y="0"/>
                  <a:pt x="12124" y="0"/>
                  <a:pt x="11895" y="0"/>
                </a:cubicBezTo>
                <a:lnTo>
                  <a:pt x="9231" y="0"/>
                </a:lnTo>
                <a:cubicBezTo>
                  <a:pt x="9002" y="0"/>
                  <a:pt x="8888" y="0"/>
                  <a:pt x="8817" y="111"/>
                </a:cubicBezTo>
                <a:cubicBezTo>
                  <a:pt x="8746" y="222"/>
                  <a:pt x="8746" y="400"/>
                  <a:pt x="8746" y="756"/>
                </a:cubicBezTo>
                <a:lnTo>
                  <a:pt x="8746" y="14641"/>
                </a:lnTo>
                <a:cubicBezTo>
                  <a:pt x="6205" y="13859"/>
                  <a:pt x="4009" y="8054"/>
                  <a:pt x="3664" y="719"/>
                </a:cubicBezTo>
                <a:cubicBezTo>
                  <a:pt x="3647" y="375"/>
                  <a:pt x="3639" y="202"/>
                  <a:pt x="3569" y="101"/>
                </a:cubicBezTo>
                <a:cubicBezTo>
                  <a:pt x="3499" y="0"/>
                  <a:pt x="3390" y="0"/>
                  <a:pt x="3173" y="0"/>
                </a:cubicBezTo>
              </a:path>
            </a:pathLst>
          </a:custGeom>
          <a:solidFill>
            <a:srgbClr val="C3A3E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/>
            </a:pPr>
          </a:p>
        </p:txBody>
      </p:sp>
      <p:sp>
        <p:nvSpPr>
          <p:cNvPr id="738" name="Google Shape;569;p68"/>
          <p:cNvSpPr txBox="1"/>
          <p:nvPr>
            <p:ph type="title"/>
          </p:nvPr>
        </p:nvSpPr>
        <p:spPr>
          <a:xfrm>
            <a:off x="1999416" y="2057855"/>
            <a:ext cx="8193301" cy="2742901"/>
          </a:xfrm>
          <a:prstGeom prst="rect">
            <a:avLst/>
          </a:prstGeom>
        </p:spPr>
        <p:txBody>
          <a:bodyPr anchor="b"/>
          <a:lstStyle>
            <a:lvl1pPr defTabSz="886968">
              <a:defRPr sz="6402"/>
            </a:lvl1pPr>
          </a:lstStyle>
          <a:p>
            <a:pPr/>
            <a:r>
              <a:t>С чего начать? Как это должно работать?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576;p69"/>
          <p:cNvSpPr txBox="1"/>
          <p:nvPr>
            <p:ph type="title"/>
          </p:nvPr>
        </p:nvSpPr>
        <p:spPr>
          <a:xfrm>
            <a:off x="677324" y="692150"/>
            <a:ext cx="10855802" cy="1081200"/>
          </a:xfrm>
          <a:prstGeom prst="rect">
            <a:avLst/>
          </a:prstGeom>
        </p:spPr>
        <p:txBody>
          <a:bodyPr/>
          <a:lstStyle/>
          <a:p>
            <a:pPr/>
            <a:r>
              <a:t>Давайте начнем с минимальных требований и ограничений</a:t>
            </a:r>
          </a:p>
        </p:txBody>
      </p:sp>
      <p:pic>
        <p:nvPicPr>
          <p:cNvPr id="741" name="Google Shape;577;p69" descr="Google Shape;577;p6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5362" y="1773250"/>
            <a:ext cx="10201276" cy="4419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583;p70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Польза ограничений</a:t>
            </a:r>
          </a:p>
        </p:txBody>
      </p:sp>
      <p:pic>
        <p:nvPicPr>
          <p:cNvPr id="744" name="Google Shape;584;p70" descr="Google Shape;584;p7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52500" y="1411924"/>
            <a:ext cx="10287000" cy="52101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590;p71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Начните реализовывать свою мечту</a:t>
            </a:r>
          </a:p>
        </p:txBody>
      </p:sp>
      <p:pic>
        <p:nvPicPr>
          <p:cNvPr id="749" name="Google Shape;591;p71" descr="Google Shape;591;p7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01950" y="1336250"/>
            <a:ext cx="6214822" cy="55454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597;p72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Или, решите “боли” пользователя</a:t>
            </a:r>
          </a:p>
        </p:txBody>
      </p:sp>
      <p:pic>
        <p:nvPicPr>
          <p:cNvPr id="752" name="Google Shape;598;p72" descr="Google Shape;598;p72"/>
          <p:cNvPicPr>
            <a:picLocks noChangeAspect="1"/>
          </p:cNvPicPr>
          <p:nvPr/>
        </p:nvPicPr>
        <p:blipFill>
          <a:blip r:embed="rId2">
            <a:extLst/>
          </a:blip>
          <a:srcRect l="46979" t="829" r="12162" b="23755"/>
          <a:stretch>
            <a:fillRect/>
          </a:stretch>
        </p:blipFill>
        <p:spPr>
          <a:xfrm>
            <a:off x="677324" y="1773250"/>
            <a:ext cx="4981168" cy="459739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3" name="Google Shape;599;p72" descr="Google Shape;599;p7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78425" y="2692225"/>
            <a:ext cx="7697600" cy="24582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605;p73"/>
          <p:cNvSpPr txBox="1"/>
          <p:nvPr>
            <p:ph type="body" idx="1"/>
          </p:nvPr>
        </p:nvSpPr>
        <p:spPr>
          <a:xfrm>
            <a:off x="658813" y="1773238"/>
            <a:ext cx="10874400" cy="4447800"/>
          </a:xfrm>
          <a:prstGeom prst="rect">
            <a:avLst/>
          </a:prstGeom>
        </p:spPr>
        <p:txBody>
          <a:bodyPr/>
          <a:lstStyle/>
          <a:p>
            <a:pPr marL="0"/>
            <a:r>
              <a:t>Можно глянуть на готовые сервисы:</a:t>
            </a:r>
          </a:p>
          <a:p>
            <a:pPr marL="457200" indent="-330200">
              <a:buClr>
                <a:srgbClr val="000000"/>
              </a:buClr>
              <a:buSzPts val="1600"/>
              <a:buFont typeface="Arial"/>
              <a:buChar char="●"/>
              <a:defRPr u="sng">
                <a:solidFill>
                  <a:schemeClr val="accent1"/>
                </a:solidFill>
              </a:defRPr>
            </a:pPr>
            <a:r>
              <a:rPr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https://github.com/public-apis/public-apis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u="sng">
                <a:solidFill>
                  <a:schemeClr val="accent1"/>
                </a:solidFill>
              </a:defRPr>
            </a:pPr>
            <a:r>
              <a:rPr>
                <a:uFill>
                  <a:solidFill>
                    <a:schemeClr val="accent1"/>
                  </a:solidFill>
                </a:uFill>
                <a:hlinkClick r:id="rId3" invalidUrl="" action="" tgtFrame="" tooltip="" history="1" highlightClick="0" endSnd="0"/>
              </a:rPr>
              <a:t>https://rapidapi.com/collection/list-of-free-apis</a:t>
            </a:r>
          </a:p>
          <a:p>
            <a:pPr marL="0"/>
            <a:r>
              <a:t>И сделать приложение на основе их API. Или придумать приложение, которое в своей работе использует комбинацию готовых сервисов*</a:t>
            </a:r>
          </a:p>
          <a:p>
            <a:pPr marL="0"/>
          </a:p>
          <a:p>
            <a:pPr marL="0"/>
            <a:r>
              <a:t>* Как пример, когда-то была одна команда студентов, которая использовала API Spotify для проигрывания музыки, нашла сервис с текстами песен и использовала сервис-переводчик для перевода текста на другие языки.</a:t>
            </a:r>
          </a:p>
        </p:txBody>
      </p:sp>
      <p:sp>
        <p:nvSpPr>
          <p:cNvPr id="756" name="Google Shape;606;p73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Посмотрите на готовые идеи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611;p74"/>
          <p:cNvSpPr/>
          <p:nvPr/>
        </p:nvSpPr>
        <p:spPr>
          <a:xfrm>
            <a:off x="1115884" y="-247678"/>
            <a:ext cx="9964105" cy="7351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449" y="11943"/>
                </a:moveTo>
                <a:cubicBezTo>
                  <a:pt x="16303" y="11189"/>
                  <a:pt x="18308" y="8035"/>
                  <a:pt x="19332" y="5336"/>
                </a:cubicBezTo>
                <a:cubicBezTo>
                  <a:pt x="20091" y="3329"/>
                  <a:pt x="20423" y="1306"/>
                  <a:pt x="20566" y="3"/>
                </a:cubicBezTo>
                <a:lnTo>
                  <a:pt x="20316" y="3"/>
                </a:lnTo>
                <a:cubicBezTo>
                  <a:pt x="20173" y="1281"/>
                  <a:pt x="19847" y="3245"/>
                  <a:pt x="19107" y="5193"/>
                </a:cubicBezTo>
                <a:cubicBezTo>
                  <a:pt x="17468" y="9513"/>
                  <a:pt x="14669" y="11725"/>
                  <a:pt x="10794" y="11775"/>
                </a:cubicBezTo>
                <a:lnTo>
                  <a:pt x="10794" y="0"/>
                </a:lnTo>
                <a:lnTo>
                  <a:pt x="10546" y="0"/>
                </a:lnTo>
                <a:lnTo>
                  <a:pt x="10546" y="21159"/>
                </a:lnTo>
                <a:cubicBezTo>
                  <a:pt x="3998" y="21011"/>
                  <a:pt x="431" y="9048"/>
                  <a:pt x="248" y="0"/>
                </a:cubicBezTo>
                <a:lnTo>
                  <a:pt x="0" y="0"/>
                </a:lnTo>
                <a:cubicBezTo>
                  <a:pt x="186" y="9246"/>
                  <a:pt x="3882" y="21498"/>
                  <a:pt x="10670" y="21498"/>
                </a:cubicBezTo>
                <a:lnTo>
                  <a:pt x="10796" y="21498"/>
                </a:lnTo>
                <a:lnTo>
                  <a:pt x="10796" y="12114"/>
                </a:lnTo>
                <a:cubicBezTo>
                  <a:pt x="15382" y="12176"/>
                  <a:pt x="18203" y="15433"/>
                  <a:pt x="19766" y="18174"/>
                </a:cubicBezTo>
                <a:cubicBezTo>
                  <a:pt x="20371" y="19241"/>
                  <a:pt x="20893" y="20389"/>
                  <a:pt x="21325" y="21600"/>
                </a:cubicBezTo>
                <a:lnTo>
                  <a:pt x="21600" y="21600"/>
                </a:lnTo>
                <a:cubicBezTo>
                  <a:pt x="21152" y="20318"/>
                  <a:pt x="20604" y="19104"/>
                  <a:pt x="19967" y="17978"/>
                </a:cubicBezTo>
                <a:cubicBezTo>
                  <a:pt x="18568" y="15521"/>
                  <a:pt x="16179" y="12655"/>
                  <a:pt x="12450" y="11943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/>
            </a:pPr>
          </a:p>
        </p:txBody>
      </p:sp>
      <p:sp>
        <p:nvSpPr>
          <p:cNvPr id="759" name="Google Shape;612;p74"/>
          <p:cNvSpPr txBox="1"/>
          <p:nvPr>
            <p:ph type="title"/>
          </p:nvPr>
        </p:nvSpPr>
        <p:spPr>
          <a:xfrm>
            <a:off x="1557272" y="1682649"/>
            <a:ext cx="9077402" cy="2742901"/>
          </a:xfrm>
          <a:prstGeom prst="rect">
            <a:avLst/>
          </a:prstGeom>
        </p:spPr>
        <p:txBody>
          <a:bodyPr/>
          <a:lstStyle>
            <a:lvl1pPr defTabSz="886968">
              <a:defRPr sz="6402">
                <a:solidFill>
                  <a:srgbClr val="FFFFFF"/>
                </a:solidFill>
              </a:defRPr>
            </a:lvl1pPr>
          </a:lstStyle>
          <a:p>
            <a:pPr/>
            <a:r>
              <a:t>Есть ли методы создания совершенно новых идей?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619;p75"/>
          <p:cNvSpPr txBox="1"/>
          <p:nvPr>
            <p:ph type="title"/>
          </p:nvPr>
        </p:nvSpPr>
        <p:spPr>
          <a:xfrm>
            <a:off x="1999341" y="1600352"/>
            <a:ext cx="8193301" cy="3657301"/>
          </a:xfrm>
          <a:prstGeom prst="rect">
            <a:avLst/>
          </a:prstGeom>
        </p:spPr>
        <p:txBody>
          <a:bodyPr/>
          <a:lstStyle>
            <a:lvl1pPr defTabSz="886968">
              <a:defRPr sz="6402"/>
            </a:lvl1pPr>
          </a:lstStyle>
          <a:p>
            <a:pPr/>
            <a:r>
              <a:t>Если найдете ответ, то поделитесь со всеми… или напишите в личку:)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625;p76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Я знаю лишь про…</a:t>
            </a:r>
          </a:p>
        </p:txBody>
      </p:sp>
      <p:sp>
        <p:nvSpPr>
          <p:cNvPr id="764" name="Google Shape;626;p76"/>
          <p:cNvSpPr txBox="1"/>
          <p:nvPr>
            <p:ph type="body" idx="1"/>
          </p:nvPr>
        </p:nvSpPr>
        <p:spPr>
          <a:xfrm>
            <a:off x="658825" y="1773247"/>
            <a:ext cx="10874400" cy="3870902"/>
          </a:xfrm>
          <a:prstGeom prst="rect">
            <a:avLst/>
          </a:prstGeom>
        </p:spPr>
        <p:txBody>
          <a:bodyPr/>
          <a:lstStyle/>
          <a:p>
            <a:pPr marL="0"/>
            <a:r>
              <a:t>В предыдущих слайдах рассказал лишь про те вещи, которые как-то помогли мне и другим людям.</a:t>
            </a:r>
          </a:p>
          <a:p>
            <a:pPr marL="0"/>
            <a:r>
              <a:t>Сейчас заметно, что есть попытки адаптировать ТРИЗ для творческой сферы.</a:t>
            </a:r>
          </a:p>
          <a:p>
            <a:pPr marL="0"/>
            <a:r>
              <a:t>И если покопаться в истории того, как психологи пробовали изучать “креативность”, то можно найти:</a:t>
            </a:r>
          </a:p>
          <a:p>
            <a:pPr marL="457200" indent="-330200">
              <a:buClr>
                <a:srgbClr val="000000"/>
              </a:buClr>
              <a:buSzPts val="1600"/>
              <a:buFont typeface="Arial"/>
              <a:buChar char="●"/>
            </a:pPr>
            <a:r>
              <a:t>Теория Грэхема Уоллеса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Ментальные карты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Метод шести шляп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SCAMPER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Метод Делфи</a:t>
            </a:r>
          </a:p>
          <a:p>
            <a:pPr marL="457200" indent="-3302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.. множество менее известных</a:t>
            </a:r>
          </a:p>
          <a:p>
            <a:pPr marL="0"/>
            <a:r>
              <a:t>Примерный список можно глянуть по ссылке - </a:t>
            </a:r>
            <a:r>
              <a:rPr sz="1400"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https://4brain.ru/tvorcheskoe-myshlenie/teorii-kreativnosti.php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632;p77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>
            <a:lvl1pPr marL="0"/>
          </a:lstStyle>
          <a:p>
            <a:pPr/>
            <a:r>
              <a:t>(прогрессивный jpg)</a:t>
            </a:r>
          </a:p>
        </p:txBody>
      </p:sp>
      <p:sp>
        <p:nvSpPr>
          <p:cNvPr id="767" name="Google Shape;633;p77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Разработка через MVP</a:t>
            </a:r>
          </a:p>
        </p:txBody>
      </p:sp>
      <p:sp>
        <p:nvSpPr>
          <p:cNvPr id="768" name="Google Shape;634;p77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defRPr sz="1800"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latin typeface="Helvetica Neue"/>
                <a:ea typeface="Helvetica Neue"/>
                <a:cs typeface="Helvetica Neue"/>
                <a:sym typeface="Helvetica Neue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uFillTx/>
              </a:defRPr>
            </a:pPr>
            <a:r>
              <a:rPr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https://bit.do/fJTRy</a:t>
            </a:r>
          </a:p>
        </p:txBody>
      </p:sp>
      <p:sp>
        <p:nvSpPr>
          <p:cNvPr id="769" name="Google Shape;635;p77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/>
            <a:r>
              <a:t>Все сразу сделать невозможно. Итеративный подход - это лучший способ для доведения дела до конца, т.к. на каждом шаге вы будете получать результат. И возможно, полученный результат будет корректировать ваше виденье.</a:t>
            </a:r>
          </a:p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</a:pPr>
            <a:r>
              <a:t>Сформулируйте вашу идею целиком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Разбейте ее на блоки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Сначала делайте основные блоки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Приоритет отдавайте блокам, реализация которых выглядит проще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Повторить</a:t>
            </a:r>
          </a:p>
          <a:p>
            <a:pPr marL="0"/>
            <a:r>
              <a:t>Выглядит так, что точка останова не будет достигнута, но главное - у вас всегда будет готовый прототип.</a:t>
            </a:r>
          </a:p>
        </p:txBody>
      </p:sp>
      <p:pic>
        <p:nvPicPr>
          <p:cNvPr id="770" name="Google Shape;636;p77" descr="Google Shape;636;p77"/>
          <p:cNvPicPr>
            <a:picLocks noChangeAspect="1"/>
          </p:cNvPicPr>
          <p:nvPr/>
        </p:nvPicPr>
        <p:blipFill>
          <a:blip r:embed="rId3">
            <a:extLst/>
          </a:blip>
          <a:srcRect l="0" t="11496" r="0" b="0"/>
          <a:stretch>
            <a:fillRect/>
          </a:stretch>
        </p:blipFill>
        <p:spPr>
          <a:xfrm>
            <a:off x="6165424" y="692150"/>
            <a:ext cx="5310950" cy="42801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642;p78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Планирование</a:t>
            </a:r>
          </a:p>
        </p:txBody>
      </p:sp>
      <p:sp>
        <p:nvSpPr>
          <p:cNvPr id="773" name="Google Shape;643;p78"/>
          <p:cNvSpPr txBox="1"/>
          <p:nvPr/>
        </p:nvSpPr>
        <p:spPr>
          <a:xfrm>
            <a:off x="1028299" y="1978549"/>
            <a:ext cx="9634851" cy="3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lnSpc>
                <a:spcPct val="90000"/>
              </a:lnSpc>
              <a:defRPr sz="2000">
                <a:solidFill>
                  <a:srgbClr val="3233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Ожидание (waterfall)</a:t>
            </a:r>
          </a:p>
        </p:txBody>
      </p:sp>
      <p:pic>
        <p:nvPicPr>
          <p:cNvPr id="774" name="Google Shape;644;p78" descr="Google Shape;644;p78"/>
          <p:cNvPicPr>
            <a:picLocks noChangeAspect="1"/>
          </p:cNvPicPr>
          <p:nvPr/>
        </p:nvPicPr>
        <p:blipFill>
          <a:blip r:embed="rId2">
            <a:extLst/>
          </a:blip>
          <a:srcRect l="0" t="18658" r="0" b="13169"/>
          <a:stretch>
            <a:fillRect/>
          </a:stretch>
        </p:blipFill>
        <p:spPr>
          <a:xfrm>
            <a:off x="982575" y="2367650"/>
            <a:ext cx="10871203" cy="1405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75" name="Google Shape;645;p78" descr="Google Shape;645;p7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82575" y="4510685"/>
            <a:ext cx="11023598" cy="1305556"/>
          </a:xfrm>
          <a:prstGeom prst="rect">
            <a:avLst/>
          </a:prstGeom>
          <a:ln w="12700">
            <a:miter lim="400000"/>
          </a:ln>
        </p:spPr>
      </p:pic>
      <p:sp>
        <p:nvSpPr>
          <p:cNvPr id="776" name="Google Shape;646;p78"/>
          <p:cNvSpPr txBox="1"/>
          <p:nvPr/>
        </p:nvSpPr>
        <p:spPr>
          <a:xfrm>
            <a:off x="1028299" y="4122225"/>
            <a:ext cx="9634851" cy="3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>
            <a:lvl1pPr>
              <a:lnSpc>
                <a:spcPct val="90000"/>
              </a:lnSpc>
              <a:defRPr sz="2000">
                <a:solidFill>
                  <a:srgbClr val="32333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Реальность (хаос)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652;p79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Декомпозиция</a:t>
            </a:r>
          </a:p>
        </p:txBody>
      </p:sp>
      <p:sp>
        <p:nvSpPr>
          <p:cNvPr id="779" name="Google Shape;653;p79"/>
          <p:cNvSpPr txBox="1"/>
          <p:nvPr/>
        </p:nvSpPr>
        <p:spPr>
          <a:xfrm>
            <a:off x="1018324" y="3460999"/>
            <a:ext cx="9634851" cy="202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23332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Из-за отсутствия опыта и методики, поставленная цель может вызвать фрустрацию (и прокрастинацию).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23332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Если фича кажется непонятной - стоит смотреть на нее сквозь пользовательские сценарии.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23332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  <a:r>
              <a:t>Поэтому, если кажется что задача выглядит непонятной или нереальной - надо ее бить на более мелкие задачи и подзадачи.</a:t>
            </a:r>
          </a:p>
        </p:txBody>
      </p:sp>
      <p:pic>
        <p:nvPicPr>
          <p:cNvPr id="780" name="Google Shape;654;p79" descr="Google Shape;654;p7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7850" y="1612429"/>
            <a:ext cx="11036300" cy="15724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659;p80"/>
          <p:cNvSpPr/>
          <p:nvPr/>
        </p:nvSpPr>
        <p:spPr>
          <a:xfrm>
            <a:off x="1115884" y="-247678"/>
            <a:ext cx="9964105" cy="7351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449" y="11943"/>
                </a:moveTo>
                <a:cubicBezTo>
                  <a:pt x="16303" y="11189"/>
                  <a:pt x="18308" y="8035"/>
                  <a:pt x="19332" y="5336"/>
                </a:cubicBezTo>
                <a:cubicBezTo>
                  <a:pt x="20091" y="3329"/>
                  <a:pt x="20423" y="1306"/>
                  <a:pt x="20566" y="3"/>
                </a:cubicBezTo>
                <a:lnTo>
                  <a:pt x="20316" y="3"/>
                </a:lnTo>
                <a:cubicBezTo>
                  <a:pt x="20173" y="1281"/>
                  <a:pt x="19847" y="3245"/>
                  <a:pt x="19107" y="5193"/>
                </a:cubicBezTo>
                <a:cubicBezTo>
                  <a:pt x="17468" y="9513"/>
                  <a:pt x="14669" y="11725"/>
                  <a:pt x="10794" y="11775"/>
                </a:cubicBezTo>
                <a:lnTo>
                  <a:pt x="10794" y="0"/>
                </a:lnTo>
                <a:lnTo>
                  <a:pt x="10546" y="0"/>
                </a:lnTo>
                <a:lnTo>
                  <a:pt x="10546" y="21159"/>
                </a:lnTo>
                <a:cubicBezTo>
                  <a:pt x="3998" y="21011"/>
                  <a:pt x="431" y="9048"/>
                  <a:pt x="248" y="0"/>
                </a:cubicBezTo>
                <a:lnTo>
                  <a:pt x="0" y="0"/>
                </a:lnTo>
                <a:cubicBezTo>
                  <a:pt x="186" y="9246"/>
                  <a:pt x="3882" y="21498"/>
                  <a:pt x="10670" y="21498"/>
                </a:cubicBezTo>
                <a:lnTo>
                  <a:pt x="10796" y="21498"/>
                </a:lnTo>
                <a:lnTo>
                  <a:pt x="10796" y="12114"/>
                </a:lnTo>
                <a:cubicBezTo>
                  <a:pt x="15382" y="12176"/>
                  <a:pt x="18203" y="15433"/>
                  <a:pt x="19766" y="18174"/>
                </a:cubicBezTo>
                <a:cubicBezTo>
                  <a:pt x="20371" y="19241"/>
                  <a:pt x="20893" y="20389"/>
                  <a:pt x="21325" y="21600"/>
                </a:cubicBezTo>
                <a:lnTo>
                  <a:pt x="21600" y="21600"/>
                </a:lnTo>
                <a:cubicBezTo>
                  <a:pt x="21152" y="20318"/>
                  <a:pt x="20604" y="19104"/>
                  <a:pt x="19967" y="17978"/>
                </a:cubicBezTo>
                <a:cubicBezTo>
                  <a:pt x="18568" y="15521"/>
                  <a:pt x="16179" y="12655"/>
                  <a:pt x="12450" y="11943"/>
                </a:cubicBezTo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1800"/>
            </a:pPr>
          </a:p>
        </p:txBody>
      </p:sp>
      <p:sp>
        <p:nvSpPr>
          <p:cNvPr id="783" name="Google Shape;660;p80"/>
          <p:cNvSpPr txBox="1"/>
          <p:nvPr>
            <p:ph type="title"/>
          </p:nvPr>
        </p:nvSpPr>
        <p:spPr>
          <a:xfrm>
            <a:off x="1557272" y="1682649"/>
            <a:ext cx="9077402" cy="1828501"/>
          </a:xfrm>
          <a:prstGeom prst="rect">
            <a:avLst/>
          </a:prstGeom>
        </p:spPr>
        <p:txBody>
          <a:bodyPr/>
          <a:lstStyle>
            <a:lvl1pPr defTabSz="896111">
              <a:defRPr sz="6468">
                <a:solidFill>
                  <a:srgbClr val="FFFFFF"/>
                </a:solidFill>
              </a:defRPr>
            </a:lvl1pPr>
          </a:lstStyle>
          <a:p>
            <a:pPr/>
            <a:r>
              <a:t>Посмотрим на примере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7" name="Google Shape;667;p81"/>
          <p:cNvGrpSpPr/>
          <p:nvPr/>
        </p:nvGrpSpPr>
        <p:grpSpPr>
          <a:xfrm>
            <a:off x="6095999" y="692151"/>
            <a:ext cx="5437190" cy="4182177"/>
            <a:chOff x="0" y="0"/>
            <a:chExt cx="5437188" cy="4182176"/>
          </a:xfrm>
        </p:grpSpPr>
        <p:sp>
          <p:nvSpPr>
            <p:cNvPr id="785" name="Прямоугольник"/>
            <p:cNvSpPr/>
            <p:nvPr/>
          </p:nvSpPr>
          <p:spPr>
            <a:xfrm>
              <a:off x="0" y="0"/>
              <a:ext cx="5437188" cy="418217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786" name="image34.jpeg" descr="image34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4090" t="0" r="9237" b="0"/>
            <a:stretch>
              <a:fillRect/>
            </a:stretch>
          </p:blipFill>
          <p:spPr>
            <a:xfrm>
              <a:off x="-1" y="0"/>
              <a:ext cx="5437190" cy="41821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88" name="Google Shape;668;p81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789" name="Google Shape;669;p81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790" name="Google Shape;670;p81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Что можно отнести к MVP ВКонтакте?</a:t>
            </a:r>
          </a:p>
        </p:txBody>
      </p:sp>
      <p:sp>
        <p:nvSpPr>
          <p:cNvPr id="791" name="Google Shape;671;p81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</a:pPr>
            <a:r>
              <a:t>Страница профиля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Стена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Музыка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Сообщения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Видео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Истории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677;p82"/>
          <p:cNvGrpSpPr/>
          <p:nvPr/>
        </p:nvGrpSpPr>
        <p:grpSpPr>
          <a:xfrm>
            <a:off x="6095999" y="692151"/>
            <a:ext cx="5437190" cy="4182177"/>
            <a:chOff x="0" y="0"/>
            <a:chExt cx="5437188" cy="4182176"/>
          </a:xfrm>
        </p:grpSpPr>
        <p:sp>
          <p:nvSpPr>
            <p:cNvPr id="793" name="Прямоугольник"/>
            <p:cNvSpPr/>
            <p:nvPr/>
          </p:nvSpPr>
          <p:spPr>
            <a:xfrm>
              <a:off x="0" y="0"/>
              <a:ext cx="5437188" cy="418217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794" name="image34.jpeg" descr="image34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4090" t="0" r="9237" b="0"/>
            <a:stretch>
              <a:fillRect/>
            </a:stretch>
          </p:blipFill>
          <p:spPr>
            <a:xfrm>
              <a:off x="-1" y="0"/>
              <a:ext cx="5437190" cy="41821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96" name="Google Shape;678;p82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797" name="Google Shape;679;p82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798" name="Google Shape;680;p82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Что можно отнести к MVP ВКонтакте?</a:t>
            </a:r>
          </a:p>
        </p:txBody>
      </p:sp>
      <p:sp>
        <p:nvSpPr>
          <p:cNvPr id="799" name="Google Shape;681;p82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</a:pPr>
            <a:r>
              <a:t>Страница профиля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strike="sngStrike"/>
            </a:pPr>
            <a:r>
              <a:t>Стена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strike="sngStrike"/>
            </a:pPr>
            <a:r>
              <a:t>Музыка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Сообщения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strike="sngStrike"/>
            </a:pPr>
            <a:r>
              <a:t>Видео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strike="sngStrike"/>
            </a:pPr>
            <a:r>
              <a:t>Истории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3" name="Google Shape;687;p83"/>
          <p:cNvGrpSpPr/>
          <p:nvPr/>
        </p:nvGrpSpPr>
        <p:grpSpPr>
          <a:xfrm>
            <a:off x="6095999" y="692151"/>
            <a:ext cx="5437189" cy="4182175"/>
            <a:chOff x="0" y="0"/>
            <a:chExt cx="5437187" cy="4182174"/>
          </a:xfrm>
        </p:grpSpPr>
        <p:sp>
          <p:nvSpPr>
            <p:cNvPr id="801" name="Прямоугольник"/>
            <p:cNvSpPr/>
            <p:nvPr/>
          </p:nvSpPr>
          <p:spPr>
            <a:xfrm>
              <a:off x="0" y="0"/>
              <a:ext cx="5437188" cy="418217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802" name="image26.jpeg" descr="image26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6759" t="0" r="16759" b="0"/>
            <a:stretch>
              <a:fillRect/>
            </a:stretch>
          </p:blipFill>
          <p:spPr>
            <a:xfrm>
              <a:off x="-1" y="0"/>
              <a:ext cx="5437189" cy="4182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04" name="Google Shape;688;p83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805" name="Google Shape;689;p83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806" name="Google Shape;690;p83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Что можно отнести к MVP Youtube?</a:t>
            </a:r>
          </a:p>
        </p:txBody>
      </p:sp>
      <p:sp>
        <p:nvSpPr>
          <p:cNvPr id="807" name="Google Shape;691;p83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</a:pPr>
            <a:r>
              <a:t>Страница канала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Фоновое проигрывание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Проигрывание видео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Сообщения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Комментарии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История просмотров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" name="Google Shape;697;p84"/>
          <p:cNvGrpSpPr/>
          <p:nvPr/>
        </p:nvGrpSpPr>
        <p:grpSpPr>
          <a:xfrm>
            <a:off x="6095999" y="692151"/>
            <a:ext cx="5437189" cy="4182175"/>
            <a:chOff x="0" y="0"/>
            <a:chExt cx="5437187" cy="4182174"/>
          </a:xfrm>
        </p:grpSpPr>
        <p:sp>
          <p:nvSpPr>
            <p:cNvPr id="809" name="Прямоугольник"/>
            <p:cNvSpPr/>
            <p:nvPr/>
          </p:nvSpPr>
          <p:spPr>
            <a:xfrm>
              <a:off x="0" y="0"/>
              <a:ext cx="5437188" cy="4182175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pic>
          <p:nvPicPr>
            <p:cNvPr id="810" name="image26.jpeg" descr="image26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6759" t="0" r="16759" b="0"/>
            <a:stretch>
              <a:fillRect/>
            </a:stretch>
          </p:blipFill>
          <p:spPr>
            <a:xfrm>
              <a:off x="-1" y="0"/>
              <a:ext cx="5437189" cy="4182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12" name="Google Shape;698;p84"/>
          <p:cNvSpPr txBox="1"/>
          <p:nvPr>
            <p:ph type="body" sz="quarter" idx="1"/>
          </p:nvPr>
        </p:nvSpPr>
        <p:spPr>
          <a:xfrm>
            <a:off x="6096000" y="5147214"/>
            <a:ext cx="5449800" cy="352801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813" name="Google Shape;699;p84"/>
          <p:cNvSpPr txBox="1"/>
          <p:nvPr>
            <p:ph type="body" idx="22"/>
          </p:nvPr>
        </p:nvSpPr>
        <p:spPr>
          <a:xfrm>
            <a:off x="6096000" y="5553075"/>
            <a:ext cx="5449800" cy="684300"/>
          </a:xfrm>
          <a:prstGeom prst="rect">
            <a:avLst/>
          </a:prstGeom>
        </p:spPr>
        <p:txBody>
          <a:bodyPr/>
          <a:lstStyle/>
          <a:p>
            <a:pPr marL="0"/>
          </a:p>
        </p:txBody>
      </p:sp>
      <p:sp>
        <p:nvSpPr>
          <p:cNvPr id="814" name="Google Shape;700;p84"/>
          <p:cNvSpPr txBox="1"/>
          <p:nvPr>
            <p:ph type="title"/>
          </p:nvPr>
        </p:nvSpPr>
        <p:spPr>
          <a:xfrm>
            <a:off x="677334" y="692150"/>
            <a:ext cx="4662900" cy="1081200"/>
          </a:xfrm>
          <a:prstGeom prst="rect">
            <a:avLst/>
          </a:prstGeom>
        </p:spPr>
        <p:txBody>
          <a:bodyPr/>
          <a:lstStyle/>
          <a:p>
            <a:pPr/>
            <a:r>
              <a:t>Что можно отнести к MVP Youtube?</a:t>
            </a:r>
          </a:p>
        </p:txBody>
      </p:sp>
      <p:sp>
        <p:nvSpPr>
          <p:cNvPr id="815" name="Google Shape;701;p84"/>
          <p:cNvSpPr txBox="1"/>
          <p:nvPr>
            <p:ph type="body" idx="23"/>
          </p:nvPr>
        </p:nvSpPr>
        <p:spPr>
          <a:xfrm>
            <a:off x="671514" y="2018599"/>
            <a:ext cx="4649700" cy="4182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</a:pPr>
            <a:r>
              <a:t>Страница канала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strike="sngStrike"/>
            </a:pPr>
            <a:r>
              <a:t>Фоновое проигрывание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Проигрывание видео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strike="sngStrike"/>
            </a:pPr>
            <a:r>
              <a:t>Сообщения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strike="sngStrike"/>
            </a:pPr>
            <a:r>
              <a:t>Комментарии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  <a:defRPr strike="sngStrike"/>
            </a:pPr>
            <a:r>
              <a:t>История просмотров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707;p85"/>
          <p:cNvSpPr txBox="1"/>
          <p:nvPr>
            <p:ph type="title"/>
          </p:nvPr>
        </p:nvSpPr>
        <p:spPr>
          <a:xfrm>
            <a:off x="1999341" y="2514751"/>
            <a:ext cx="8193301" cy="1828501"/>
          </a:xfrm>
          <a:prstGeom prst="rect">
            <a:avLst/>
          </a:prstGeom>
        </p:spPr>
        <p:txBody>
          <a:bodyPr/>
          <a:lstStyle>
            <a:lvl1pPr defTabSz="868680">
              <a:defRPr sz="6270"/>
            </a:lvl1pPr>
          </a:lstStyle>
          <a:p>
            <a:pPr/>
            <a:r>
              <a:t>Назовите ваш любимый сервис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712;p86" descr="Google Shape;712;p86"/>
          <p:cNvPicPr>
            <a:picLocks noChangeAspect="1"/>
          </p:cNvPicPr>
          <p:nvPr/>
        </p:nvPicPr>
        <p:blipFill>
          <a:blip r:embed="rId2">
            <a:extLst/>
          </a:blip>
          <a:srcRect l="17954" t="11073" r="97" b="15145"/>
          <a:stretch>
            <a:fillRect/>
          </a:stretch>
        </p:blipFill>
        <p:spPr>
          <a:xfrm>
            <a:off x="3309295" y="0"/>
            <a:ext cx="8985895" cy="6858003"/>
          </a:xfrm>
          <a:prstGeom prst="rect">
            <a:avLst/>
          </a:prstGeom>
          <a:ln w="12700">
            <a:miter lim="400000"/>
          </a:ln>
        </p:spPr>
      </p:pic>
      <p:sp>
        <p:nvSpPr>
          <p:cNvPr id="820" name="Google Shape;713;p86"/>
          <p:cNvSpPr txBox="1"/>
          <p:nvPr>
            <p:ph type="title"/>
          </p:nvPr>
        </p:nvSpPr>
        <p:spPr>
          <a:xfrm>
            <a:off x="603171" y="1119966"/>
            <a:ext cx="4621502" cy="1828501"/>
          </a:xfrm>
          <a:prstGeom prst="rect">
            <a:avLst/>
          </a:prstGeom>
        </p:spPr>
        <p:txBody>
          <a:bodyPr/>
          <a:lstStyle>
            <a:lvl1pPr defTabSz="868680">
              <a:defRPr sz="6270">
                <a:solidFill>
                  <a:srgbClr val="FFFFFF"/>
                </a:solidFill>
              </a:defRPr>
            </a:lvl1pPr>
          </a:lstStyle>
          <a:p>
            <a:pPr/>
            <a:r>
              <a:t>Немного практики</a:t>
            </a:r>
          </a:p>
        </p:txBody>
      </p:sp>
      <p:sp>
        <p:nvSpPr>
          <p:cNvPr id="821" name="Google Shape;714;p86"/>
          <p:cNvSpPr/>
          <p:nvPr/>
        </p:nvSpPr>
        <p:spPr>
          <a:xfrm>
            <a:off x="658812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822" name="Google Shape;715;p86"/>
          <p:cNvSpPr/>
          <p:nvPr/>
        </p:nvSpPr>
        <p:spPr>
          <a:xfrm>
            <a:off x="1182273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823" name="Google Shape;716;p86"/>
          <p:cNvSpPr/>
          <p:nvPr/>
        </p:nvSpPr>
        <p:spPr>
          <a:xfrm>
            <a:off x="1705735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824" name="Google Shape;717;p86"/>
          <p:cNvSpPr/>
          <p:nvPr/>
        </p:nvSpPr>
        <p:spPr>
          <a:xfrm>
            <a:off x="2229195" y="5548707"/>
            <a:ext cx="189301" cy="18930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825" name="Google Shape;718;p86"/>
          <p:cNvSpPr/>
          <p:nvPr/>
        </p:nvSpPr>
        <p:spPr>
          <a:xfrm>
            <a:off x="2752656" y="5548707"/>
            <a:ext cx="189301" cy="189301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725;p87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Идея для проекта</a:t>
            </a:r>
          </a:p>
        </p:txBody>
      </p:sp>
      <p:sp>
        <p:nvSpPr>
          <p:cNvPr id="828" name="Google Shape;726;p87"/>
          <p:cNvSpPr txBox="1"/>
          <p:nvPr>
            <p:ph type="body" sz="half" idx="1"/>
          </p:nvPr>
        </p:nvSpPr>
        <p:spPr>
          <a:xfrm>
            <a:off x="677333" y="1773238"/>
            <a:ext cx="5304302" cy="4427400"/>
          </a:xfrm>
          <a:prstGeom prst="rect">
            <a:avLst/>
          </a:prstGeom>
        </p:spPr>
        <p:txBody>
          <a:bodyPr/>
          <a:lstStyle/>
          <a:p>
            <a:pPr marL="457200" indent="-342900">
              <a:buClr>
                <a:srgbClr val="000000"/>
              </a:buClr>
              <a:buSzPts val="1600"/>
              <a:buFont typeface="Arial"/>
              <a:buChar char="●"/>
            </a:pPr>
            <a:r>
              <a:t>Что хочется сделать самим?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Какие есть проблемы, которые никто не решает?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Есть существующий сервис, но каких фич в нем не хватает?</a:t>
            </a:r>
          </a:p>
          <a:p>
            <a:pPr marL="457200" indent="-342900">
              <a:spcBef>
                <a:spcPts val="0"/>
              </a:spcBef>
              <a:buClr>
                <a:srgbClr val="000000"/>
              </a:buClr>
              <a:buSzPts val="1600"/>
              <a:buFont typeface="Arial"/>
              <a:buChar char="●"/>
            </a:pPr>
            <a:r>
              <a:t>О чем ноют в вашем окружении?:)</a:t>
            </a:r>
          </a:p>
          <a:p>
            <a:pPr marL="0"/>
          </a:p>
          <a:p>
            <a:pPr marL="0"/>
            <a:r>
              <a:t>На этом шаге так же надо понять “кому это будет полезно”.</a:t>
            </a:r>
          </a:p>
          <a:p>
            <a:pPr marL="0"/>
            <a:r>
              <a:t>И четко понять какую задачу будет выполнять ваш проект.</a:t>
            </a:r>
          </a:p>
        </p:txBody>
      </p:sp>
      <p:pic>
        <p:nvPicPr>
          <p:cNvPr id="829" name="Google Shape;727;p87" descr="Google Shape;727;p8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43983" y="1773250"/>
            <a:ext cx="5905567" cy="39370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733;p88"/>
          <p:cNvSpPr txBox="1"/>
          <p:nvPr>
            <p:ph type="body" sz="half" idx="1"/>
          </p:nvPr>
        </p:nvSpPr>
        <p:spPr>
          <a:xfrm>
            <a:off x="677333" y="1773238"/>
            <a:ext cx="5304302" cy="4427400"/>
          </a:xfrm>
          <a:prstGeom prst="rect">
            <a:avLst/>
          </a:prstGeom>
        </p:spPr>
        <p:txBody>
          <a:bodyPr/>
          <a:lstStyle/>
          <a:p>
            <a:pPr marL="0"/>
            <a:r>
              <a:t>Тут важно еще изучить конкурентов, чтобы понять как вещи надо будет сделать обязательно (если какие-то функциональности есть у всех, наверно это не просто так).</a:t>
            </a:r>
          </a:p>
          <a:p>
            <a:pPr marL="0"/>
            <a:r>
              <a:t>Но главным шагом будет - это понять, чем вы можете выгодно отличаться от конкурентов! На рынке ценится именно уникальность.</a:t>
            </a:r>
          </a:p>
          <a:p>
            <a:pPr marL="0"/>
            <a:r>
              <a:t>И функциональности лучше будет выписать списком, стоит учесть даже самые мелкие вещи (например, какая анимация будет сделана при клике или при ожидании данных). Стоит смотреть на функциональность в этом случае с точки зрения пользователя.</a:t>
            </a:r>
          </a:p>
        </p:txBody>
      </p:sp>
      <p:sp>
        <p:nvSpPr>
          <p:cNvPr id="832" name="Google Shape;734;p88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Функциональность приложения</a:t>
            </a:r>
          </a:p>
        </p:txBody>
      </p:sp>
      <p:pic>
        <p:nvPicPr>
          <p:cNvPr id="833" name="Google Shape;735;p88" descr="Google Shape;735;p8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98683" y="1747824"/>
            <a:ext cx="3048001" cy="33623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741;p89"/>
          <p:cNvSpPr txBox="1"/>
          <p:nvPr>
            <p:ph type="body" sz="half" idx="1"/>
          </p:nvPr>
        </p:nvSpPr>
        <p:spPr>
          <a:xfrm>
            <a:off x="677333" y="1773238"/>
            <a:ext cx="5304302" cy="4427400"/>
          </a:xfrm>
          <a:prstGeom prst="rect">
            <a:avLst/>
          </a:prstGeom>
        </p:spPr>
        <p:txBody>
          <a:bodyPr/>
          <a:lstStyle/>
          <a:p>
            <a:pPr marL="0"/>
            <a:r>
              <a:t>На этом этапе надо понять на каких экранах какие будут функциональности.</a:t>
            </a:r>
          </a:p>
          <a:p>
            <a:pPr marL="0"/>
            <a:r>
              <a:t>И как экраны (включая диалоги) будут между собой взаимодействовать.</a:t>
            </a:r>
          </a:p>
          <a:p>
            <a:pPr marL="0"/>
          </a:p>
          <a:p>
            <a:pPr marL="0"/>
            <a:r>
              <a:t>Я бы тут рекомендовал также отражать поведение кнопок “назад” и “вверх”.</a:t>
            </a:r>
          </a:p>
          <a:p>
            <a:pPr marL="0"/>
          </a:p>
          <a:p>
            <a:pPr marL="0"/>
            <a:r>
              <a:t>На раннем этапе достаточно показывать не конечный дизайн, а можно просто раскадровку или граф переходов.</a:t>
            </a:r>
          </a:p>
        </p:txBody>
      </p:sp>
      <p:sp>
        <p:nvSpPr>
          <p:cNvPr id="836" name="Google Shape;742;p89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Экраны и навигация</a:t>
            </a:r>
          </a:p>
        </p:txBody>
      </p:sp>
      <p:pic>
        <p:nvPicPr>
          <p:cNvPr id="837" name="Google Shape;743;p89" descr="Google Shape;743;p8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41759" y="1129800"/>
            <a:ext cx="4613138" cy="52169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749;p90"/>
          <p:cNvSpPr txBox="1"/>
          <p:nvPr>
            <p:ph type="body" sz="half" idx="1"/>
          </p:nvPr>
        </p:nvSpPr>
        <p:spPr>
          <a:xfrm>
            <a:off x="677333" y="1773238"/>
            <a:ext cx="5304302" cy="4427400"/>
          </a:xfrm>
          <a:prstGeom prst="rect">
            <a:avLst/>
          </a:prstGeom>
        </p:spPr>
        <p:txBody>
          <a:bodyPr/>
          <a:lstStyle/>
          <a:p>
            <a:pPr marL="0"/>
            <a:r>
              <a:t>Отсутствие понимания того, что в каком порядке делается может привести к расфокусировке, что повлечет за собой фрустрацию, прокрастинацию, или реализацию вещей которые не помогают вам двигаться к конечному продукту.</a:t>
            </a:r>
          </a:p>
          <a:p>
            <a:pPr marL="0"/>
            <a:r>
              <a:t>Следует исходить из следующей логики - сначала сделать минимально необходимые вещи для проверки вашей идеи. И назвать это MVP0.</a:t>
            </a:r>
          </a:p>
          <a:p>
            <a:pPr marL="0"/>
            <a:r>
              <a:t>А далее - вы добавляете функциональность, которая улучшает ваш продукт.</a:t>
            </a:r>
          </a:p>
          <a:p>
            <a:pPr marL="0"/>
          </a:p>
          <a:p>
            <a:pPr marL="0"/>
            <a:r>
              <a:t>План будет оцениваться на РК1, а на защите будет оцениваться сделанный продукт (не обязательно успеть сделать все что было описано в ТЗ).</a:t>
            </a:r>
          </a:p>
        </p:txBody>
      </p:sp>
      <p:sp>
        <p:nvSpPr>
          <p:cNvPr id="840" name="Google Shape;750;p90"/>
          <p:cNvSpPr txBox="1"/>
          <p:nvPr>
            <p:ph type="title"/>
          </p:nvPr>
        </p:nvSpPr>
        <p:spPr>
          <a:xfrm>
            <a:off x="677333" y="692150"/>
            <a:ext cx="10855802" cy="644100"/>
          </a:xfrm>
          <a:prstGeom prst="rect">
            <a:avLst/>
          </a:prstGeom>
        </p:spPr>
        <p:txBody>
          <a:bodyPr/>
          <a:lstStyle/>
          <a:p>
            <a:pPr/>
            <a:r>
              <a:t>Разработать план действий</a:t>
            </a:r>
          </a:p>
        </p:txBody>
      </p:sp>
      <p:pic>
        <p:nvPicPr>
          <p:cNvPr id="841" name="Google Shape;751;p90" descr="Google Shape;751;p9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96008" y="1772362"/>
            <a:ext cx="5905567" cy="44291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756;p91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</a:lvl1pPr>
          </a:lstStyle>
          <a:p>
            <a:pPr/>
            <a:r>
              <a:t>Напоминание оставить отзыв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762;p92"/>
          <p:cNvSpPr txBox="1"/>
          <p:nvPr>
            <p:ph type="title"/>
          </p:nvPr>
        </p:nvSpPr>
        <p:spPr>
          <a:xfrm>
            <a:off x="620713" y="583317"/>
            <a:ext cx="5475300" cy="1828501"/>
          </a:xfrm>
          <a:prstGeom prst="rect">
            <a:avLst/>
          </a:prstGeom>
        </p:spPr>
        <p:txBody>
          <a:bodyPr/>
          <a:lstStyle>
            <a:lvl1pPr defTabSz="868680">
              <a:defRPr sz="6270"/>
            </a:lvl1pPr>
          </a:lstStyle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New Colo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FF"/>
      </a:accent1>
      <a:accent2>
        <a:srgbClr val="8024C0"/>
      </a:accent2>
      <a:accent3>
        <a:srgbClr val="FF3885"/>
      </a:accent3>
      <a:accent4>
        <a:srgbClr val="00EAFF"/>
      </a:accent4>
      <a:accent5>
        <a:srgbClr val="BEB6AE"/>
      </a:accent5>
      <a:accent6>
        <a:srgbClr val="17D685"/>
      </a:accent6>
      <a:hlink>
        <a:srgbClr val="0000FF"/>
      </a:hlink>
      <a:folHlink>
        <a:srgbClr val="FF00FF"/>
      </a:folHlink>
    </a:clrScheme>
    <a:fontScheme name="VK New Color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VK New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VK New Color">
  <a:themeElements>
    <a:clrScheme name="VK New Color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7FF"/>
      </a:accent1>
      <a:accent2>
        <a:srgbClr val="8024C0"/>
      </a:accent2>
      <a:accent3>
        <a:srgbClr val="FF3885"/>
      </a:accent3>
      <a:accent4>
        <a:srgbClr val="00EAFF"/>
      </a:accent4>
      <a:accent5>
        <a:srgbClr val="BEB6AE"/>
      </a:accent5>
      <a:accent6>
        <a:srgbClr val="17D685"/>
      </a:accent6>
      <a:hlink>
        <a:srgbClr val="0000FF"/>
      </a:hlink>
      <a:folHlink>
        <a:srgbClr val="FF00FF"/>
      </a:folHlink>
    </a:clrScheme>
    <a:fontScheme name="VK New Color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VK New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